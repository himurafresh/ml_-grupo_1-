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slideLayouts/slideLayout4.xml" ContentType="application/vnd.openxmlformats-officedocument.presentationml.slideLayout+xml"/>
  <Override PartName="/ppt/theme/theme4.xml" ContentType="application/vnd.openxmlformats-officedocument.theme+xml"/>
  <Override PartName="/ppt/slideLayouts/slideLayout5.xml" ContentType="application/vnd.openxmlformats-officedocument.presentationml.slideLayout+xml"/>
  <Override PartName="/ppt/theme/theme5.xml" ContentType="application/vnd.openxmlformats-officedocument.theme+xml"/>
  <Override PartName="/ppt/slideLayouts/slideLayout6.xml" ContentType="application/vnd.openxmlformats-officedocument.presentationml.slideLayout+xml"/>
  <Override PartName="/ppt/theme/theme6.xml" ContentType="application/vnd.openxmlformats-officedocument.theme+xml"/>
  <Override PartName="/ppt/slideLayouts/slideLayout7.xml" ContentType="application/vnd.openxmlformats-officedocument.presentationml.slideLayout+xml"/>
  <Override PartName="/ppt/theme/theme7.xml" ContentType="application/vnd.openxmlformats-officedocument.theme+xml"/>
  <Override PartName="/ppt/slideLayouts/slideLayout8.xml" ContentType="application/vnd.openxmlformats-officedocument.presentationml.slideLayout+xml"/>
  <Override PartName="/ppt/theme/theme8.xml" ContentType="application/vnd.openxmlformats-officedocument.theme+xml"/>
  <Override PartName="/ppt/slideLayouts/slideLayout9.xml" ContentType="application/vnd.openxmlformats-officedocument.presentationml.slideLayout+xml"/>
  <Override PartName="/ppt/theme/theme9.xml" ContentType="application/vnd.openxmlformats-officedocument.theme+xml"/>
  <Override PartName="/ppt/slideLayouts/slideLayout10.xml" ContentType="application/vnd.openxmlformats-officedocument.presentationml.slideLayout+xml"/>
  <Override PartName="/ppt/theme/theme10.xml" ContentType="application/vnd.openxmlformats-officedocument.theme+xml"/>
  <Override PartName="/ppt/slideLayouts/slideLayout11.xml" ContentType="application/vnd.openxmlformats-officedocument.presentationml.slideLayout+xml"/>
  <Override PartName="/ppt/theme/theme11.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 id="2147483652" r:id="rId3"/>
    <p:sldMasterId id="2147483654" r:id="rId4"/>
    <p:sldMasterId id="2147483656" r:id="rId5"/>
    <p:sldMasterId id="2147483658" r:id="rId6"/>
    <p:sldMasterId id="2147483660" r:id="rId7"/>
    <p:sldMasterId id="2147483662" r:id="rId8"/>
    <p:sldMasterId id="2147483664" r:id="rId9"/>
    <p:sldMasterId id="2147483666" r:id="rId10"/>
    <p:sldMasterId id="2147483668" r:id="rId11"/>
  </p:sldMasterIdLst>
  <p:sldIdLst>
    <p:sldId id="256" r:id="rId12"/>
    <p:sldId id="257" r:id="rId13"/>
    <p:sldId id="259" r:id="rId14"/>
    <p:sldId id="266" r:id="rId15"/>
    <p:sldId id="268" r:id="rId16"/>
    <p:sldId id="269" r:id="rId17"/>
    <p:sldId id="271" r:id="rId18"/>
    <p:sldId id="270" r:id="rId19"/>
    <p:sldId id="267" r:id="rId20"/>
    <p:sldId id="260" r:id="rId21"/>
    <p:sldId id="258" r:id="rId22"/>
    <p:sldId id="263" r:id="rId23"/>
    <p:sldId id="265" r:id="rId24"/>
    <p:sldId id="261" r:id="rId25"/>
  </p:sldIdLst>
  <p:sldSz cx="12192000" cy="6858000"/>
  <p:notesSz cx="7559675" cy="10691813"/>
  <p:defaultTextStyle>
    <a:defPPr>
      <a:defRPr lang="es-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50" d="100"/>
          <a:sy n="150" d="100"/>
        </p:scale>
        <p:origin x="654" y="13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Master" Target="slideMasters/slideMaster8.xml"/><Relationship Id="rId13" Type="http://schemas.openxmlformats.org/officeDocument/2006/relationships/slide" Target="slides/slide2.xml"/><Relationship Id="rId18" Type="http://schemas.openxmlformats.org/officeDocument/2006/relationships/slide" Target="slides/slide7.xml"/><Relationship Id="rId26" Type="http://schemas.openxmlformats.org/officeDocument/2006/relationships/presProps" Target="presProps.xml"/><Relationship Id="rId3" Type="http://schemas.openxmlformats.org/officeDocument/2006/relationships/slideMaster" Target="slideMasters/slideMaster3.xml"/><Relationship Id="rId21" Type="http://schemas.openxmlformats.org/officeDocument/2006/relationships/slide" Target="slides/slide10.xml"/><Relationship Id="rId7" Type="http://schemas.openxmlformats.org/officeDocument/2006/relationships/slideMaster" Target="slideMasters/slideMaster7.xml"/><Relationship Id="rId12" Type="http://schemas.openxmlformats.org/officeDocument/2006/relationships/slide" Target="slides/slide1.xml"/><Relationship Id="rId17" Type="http://schemas.openxmlformats.org/officeDocument/2006/relationships/slide" Target="slides/slide6.xml"/><Relationship Id="rId25" Type="http://schemas.openxmlformats.org/officeDocument/2006/relationships/slide" Target="slides/slide14.xml"/><Relationship Id="rId2" Type="http://schemas.openxmlformats.org/officeDocument/2006/relationships/slideMaster" Target="slideMasters/slideMaster2.xml"/><Relationship Id="rId16" Type="http://schemas.openxmlformats.org/officeDocument/2006/relationships/slide" Target="slides/slide5.xml"/><Relationship Id="rId20" Type="http://schemas.openxmlformats.org/officeDocument/2006/relationships/slide" Target="slides/slide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Master" Target="slideMasters/slideMaster11.xml"/><Relationship Id="rId24" Type="http://schemas.openxmlformats.org/officeDocument/2006/relationships/slide" Target="slides/slide13.xml"/><Relationship Id="rId5" Type="http://schemas.openxmlformats.org/officeDocument/2006/relationships/slideMaster" Target="slideMasters/slideMaster5.xml"/><Relationship Id="rId15" Type="http://schemas.openxmlformats.org/officeDocument/2006/relationships/slide" Target="slides/slide4.xml"/><Relationship Id="rId23" Type="http://schemas.openxmlformats.org/officeDocument/2006/relationships/slide" Target="slides/slide12.xml"/><Relationship Id="rId28" Type="http://schemas.openxmlformats.org/officeDocument/2006/relationships/theme" Target="theme/theme1.xml"/><Relationship Id="rId10" Type="http://schemas.openxmlformats.org/officeDocument/2006/relationships/slideMaster" Target="slideMasters/slideMaster10.xml"/><Relationship Id="rId19" Type="http://schemas.openxmlformats.org/officeDocument/2006/relationships/slide" Target="slides/slide8.xml"/><Relationship Id="rId4" Type="http://schemas.openxmlformats.org/officeDocument/2006/relationships/slideMaster" Target="slideMasters/slideMaster4.xml"/><Relationship Id="rId9" Type="http://schemas.openxmlformats.org/officeDocument/2006/relationships/slideMaster" Target="slideMasters/slideMaster9.xml"/><Relationship Id="rId14" Type="http://schemas.openxmlformats.org/officeDocument/2006/relationships/slide" Target="slides/slide3.xml"/><Relationship Id="rId22" Type="http://schemas.openxmlformats.org/officeDocument/2006/relationships/slide" Target="slides/slide11.xml"/><Relationship Id="rId27"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5" name="PlaceHolder 1"/>
          <p:cNvSpPr>
            <a:spLocks noGrp="1"/>
          </p:cNvSpPr>
          <p:nvPr>
            <p:ph type="title"/>
          </p:nvPr>
        </p:nvSpPr>
        <p:spPr>
          <a:xfrm>
            <a:off x="838080" y="365040"/>
            <a:ext cx="10514520" cy="1324440"/>
          </a:xfrm>
          <a:prstGeom prst="rect">
            <a:avLst/>
          </a:prstGeom>
          <a:noFill/>
          <a:ln w="0">
            <a:noFill/>
          </a:ln>
        </p:spPr>
        <p:txBody>
          <a:bodyPr lIns="0" tIns="0" rIns="0" bIns="0" anchor="ctr">
            <a:noAutofit/>
          </a:bodyPr>
          <a:lstStyle/>
          <a:p>
            <a:pPr indent="0">
              <a:buNone/>
            </a:pPr>
            <a:endParaRPr lang="es-ES" sz="1800" b="0" strike="noStrike" spc="-1">
              <a:solidFill>
                <a:schemeClr val="dk1"/>
              </a:solidFill>
              <a:latin typeface="Calibri"/>
            </a:endParaRPr>
          </a:p>
        </p:txBody>
      </p:sp>
      <p:sp>
        <p:nvSpPr>
          <p:cNvPr id="6" name="PlaceHolder 2"/>
          <p:cNvSpPr>
            <a:spLocks noGrp="1"/>
          </p:cNvSpPr>
          <p:nvPr>
            <p:ph type="subTitle"/>
          </p:nvPr>
        </p:nvSpPr>
        <p:spPr>
          <a:xfrm>
            <a:off x="838080" y="1825560"/>
            <a:ext cx="10514520" cy="4350240"/>
          </a:xfrm>
          <a:prstGeom prst="rect">
            <a:avLst/>
          </a:prstGeom>
          <a:noFill/>
          <a:ln w="0">
            <a:noFill/>
          </a:ln>
        </p:spPr>
        <p:txBody>
          <a:bodyPr lIns="0" tIns="0" rIns="0" bIns="0" anchor="ctr">
            <a:noAutofit/>
          </a:bodyPr>
          <a:lstStyle/>
          <a:p>
            <a:pPr indent="0" algn="ctr">
              <a:buNone/>
            </a:pPr>
            <a:endParaRPr lang="es-ES" sz="3200" b="0" strike="noStrike" spc="-1">
              <a:solidFill>
                <a:srgbClr val="000000"/>
              </a:solidFill>
              <a:latin typeface="Arial"/>
            </a:endParaRPr>
          </a:p>
        </p:txBody>
      </p:sp>
      <p:sp>
        <p:nvSpPr>
          <p:cNvPr id="4" name="PlaceHolder 3"/>
          <p:cNvSpPr>
            <a:spLocks noGrp="1"/>
          </p:cNvSpPr>
          <p:nvPr>
            <p:ph type="ftr" idx="1"/>
          </p:nvPr>
        </p:nvSpPr>
        <p:spPr/>
        <p:txBody>
          <a:bodyPr/>
          <a:lstStyle/>
          <a:p>
            <a:r>
              <a:t>Footer</a:t>
            </a:r>
          </a:p>
        </p:txBody>
      </p:sp>
      <p:sp>
        <p:nvSpPr>
          <p:cNvPr id="2" name="PlaceHolder 4"/>
          <p:cNvSpPr>
            <a:spLocks noGrp="1"/>
          </p:cNvSpPr>
          <p:nvPr>
            <p:ph type="sldNum" idx="2"/>
          </p:nvPr>
        </p:nvSpPr>
        <p:spPr/>
        <p:txBody>
          <a:bodyPr/>
          <a:lstStyle/>
          <a:p>
            <a:fld id="{72A699C3-18A9-44F3-9C5D-B3B990A48635}" type="slidenum">
              <a:t>‹Nº›</a:t>
            </a:fld>
            <a:endParaRPr/>
          </a:p>
        </p:txBody>
      </p:sp>
      <p:sp>
        <p:nvSpPr>
          <p:cNvPr id="3" name="PlaceHolder 5"/>
          <p:cNvSpPr>
            <a:spLocks noGrp="1"/>
          </p:cNvSpPr>
          <p:nvPr>
            <p:ph type="dt" idx="3"/>
          </p:nvPr>
        </p:nvSpPr>
        <p:spPr/>
        <p:txBody>
          <a:body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lstStyle/>
          <a:p>
            <a:r>
              <a:t>Footer</a:t>
            </a:r>
          </a:p>
        </p:txBody>
      </p:sp>
      <p:sp>
        <p:nvSpPr>
          <p:cNvPr id="3" name="PlaceHolder 2"/>
          <p:cNvSpPr>
            <a:spLocks noGrp="1"/>
          </p:cNvSpPr>
          <p:nvPr>
            <p:ph type="sldNum" idx="5"/>
          </p:nvPr>
        </p:nvSpPr>
        <p:spPr/>
        <p:txBody>
          <a:bodyPr/>
          <a:lstStyle/>
          <a:p>
            <a:fld id="{06BECDE0-2315-4D5E-9F41-87C3577B7B3C}" type="slidenum">
              <a:t>‹Nº›</a:t>
            </a:fld>
            <a:endParaRPr/>
          </a:p>
        </p:txBody>
      </p:sp>
      <p:sp>
        <p:nvSpPr>
          <p:cNvPr id="4" name="PlaceHolder 3"/>
          <p:cNvSpPr>
            <a:spLocks noGrp="1"/>
          </p:cNvSpPr>
          <p:nvPr>
            <p:ph type="dt" idx="6"/>
          </p:nvPr>
        </p:nvSpPr>
        <p:spPr/>
        <p:txBody>
          <a:body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lstStyle/>
          <a:p>
            <a:r>
              <a:t>Footer</a:t>
            </a:r>
          </a:p>
        </p:txBody>
      </p:sp>
      <p:sp>
        <p:nvSpPr>
          <p:cNvPr id="3" name="PlaceHolder 2"/>
          <p:cNvSpPr>
            <a:spLocks noGrp="1"/>
          </p:cNvSpPr>
          <p:nvPr>
            <p:ph type="sldNum" idx="8"/>
          </p:nvPr>
        </p:nvSpPr>
        <p:spPr/>
        <p:txBody>
          <a:bodyPr/>
          <a:lstStyle/>
          <a:p>
            <a:fld id="{9AB83DA5-7C9B-4446-A0F4-495A23E4AD82}" type="slidenum">
              <a:t>‹Nº›</a:t>
            </a:fld>
            <a:endParaRPr/>
          </a:p>
        </p:txBody>
      </p:sp>
      <p:sp>
        <p:nvSpPr>
          <p:cNvPr id="4" name="PlaceHolder 3"/>
          <p:cNvSpPr>
            <a:spLocks noGrp="1"/>
          </p:cNvSpPr>
          <p:nvPr>
            <p:ph type="dt" idx="9"/>
          </p:nvPr>
        </p:nvSpPr>
        <p:spPr/>
        <p:txBody>
          <a:body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18" name="PlaceHolder 1"/>
          <p:cNvSpPr>
            <a:spLocks noGrp="1"/>
          </p:cNvSpPr>
          <p:nvPr>
            <p:ph type="title"/>
          </p:nvPr>
        </p:nvSpPr>
        <p:spPr>
          <a:xfrm>
            <a:off x="838080" y="365040"/>
            <a:ext cx="10514520" cy="1324440"/>
          </a:xfrm>
          <a:prstGeom prst="rect">
            <a:avLst/>
          </a:prstGeom>
          <a:noFill/>
          <a:ln w="0">
            <a:noFill/>
          </a:ln>
        </p:spPr>
        <p:txBody>
          <a:bodyPr lIns="0" tIns="0" rIns="0" bIns="0" anchor="ctr">
            <a:noAutofit/>
          </a:bodyPr>
          <a:lstStyle/>
          <a:p>
            <a:pPr indent="0">
              <a:buNone/>
            </a:pPr>
            <a:endParaRPr lang="es-ES" sz="1800" b="0" strike="noStrike" spc="-1">
              <a:solidFill>
                <a:schemeClr val="dk1"/>
              </a:solidFill>
              <a:latin typeface="Calibri"/>
            </a:endParaRPr>
          </a:p>
        </p:txBody>
      </p:sp>
      <p:sp>
        <p:nvSpPr>
          <p:cNvPr id="19" name="PlaceHolder 2"/>
          <p:cNvSpPr>
            <a:spLocks noGrp="1"/>
          </p:cNvSpPr>
          <p:nvPr>
            <p:ph/>
          </p:nvPr>
        </p:nvSpPr>
        <p:spPr>
          <a:xfrm>
            <a:off x="838080" y="1825560"/>
            <a:ext cx="10514520" cy="4350240"/>
          </a:xfrm>
          <a:prstGeom prst="rect">
            <a:avLst/>
          </a:prstGeom>
          <a:noFill/>
          <a:ln w="0">
            <a:noFill/>
          </a:ln>
        </p:spPr>
        <p:txBody>
          <a:bodyPr lIns="0" tIns="0" rIns="0" bIns="0" anchor="t">
            <a:normAutofit/>
          </a:bodyPr>
          <a:lstStyle/>
          <a:p>
            <a:pPr indent="0">
              <a:lnSpc>
                <a:spcPct val="90000"/>
              </a:lnSpc>
              <a:spcBef>
                <a:spcPts val="1417"/>
              </a:spcBef>
              <a:buNone/>
            </a:pPr>
            <a:endParaRPr lang="es-ES" sz="2800" b="0" strike="noStrike" spc="-1">
              <a:solidFill>
                <a:schemeClr val="dk1"/>
              </a:solidFill>
              <a:latin typeface="Calibri"/>
            </a:endParaRPr>
          </a:p>
        </p:txBody>
      </p:sp>
      <p:sp>
        <p:nvSpPr>
          <p:cNvPr id="4" name="PlaceHolder 3"/>
          <p:cNvSpPr>
            <a:spLocks noGrp="1"/>
          </p:cNvSpPr>
          <p:nvPr>
            <p:ph type="ftr" idx="10"/>
          </p:nvPr>
        </p:nvSpPr>
        <p:spPr/>
        <p:txBody>
          <a:bodyPr/>
          <a:lstStyle/>
          <a:p>
            <a:r>
              <a:t>Footer</a:t>
            </a:r>
          </a:p>
        </p:txBody>
      </p:sp>
      <p:sp>
        <p:nvSpPr>
          <p:cNvPr id="5" name="PlaceHolder 4"/>
          <p:cNvSpPr>
            <a:spLocks noGrp="1"/>
          </p:cNvSpPr>
          <p:nvPr>
            <p:ph type="sldNum" idx="11"/>
          </p:nvPr>
        </p:nvSpPr>
        <p:spPr/>
        <p:txBody>
          <a:bodyPr/>
          <a:lstStyle/>
          <a:p>
            <a:fld id="{00D01BD7-D985-4E17-8198-68E8842941EE}" type="slidenum">
              <a:t>‹Nº›</a:t>
            </a:fld>
            <a:endParaRPr/>
          </a:p>
        </p:txBody>
      </p:sp>
      <p:sp>
        <p:nvSpPr>
          <p:cNvPr id="6" name="PlaceHolder 5"/>
          <p:cNvSpPr>
            <a:spLocks noGrp="1"/>
          </p:cNvSpPr>
          <p:nvPr>
            <p:ph type="dt" idx="12"/>
          </p:nvPr>
        </p:nvSpPr>
        <p:spPr/>
        <p:txBody>
          <a:body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Encabezado de sección">
    <p:spTree>
      <p:nvGrpSpPr>
        <p:cNvPr id="1" name=""/>
        <p:cNvGrpSpPr/>
        <p:nvPr/>
      </p:nvGrpSpPr>
      <p:grpSpPr>
        <a:xfrm>
          <a:off x="0" y="0"/>
          <a:ext cx="0" cy="0"/>
          <a:chOff x="0" y="0"/>
          <a:chExt cx="0" cy="0"/>
        </a:xfrm>
      </p:grpSpPr>
      <p:sp>
        <p:nvSpPr>
          <p:cNvPr id="2" name="PlaceHolder 1"/>
          <p:cNvSpPr>
            <a:spLocks noGrp="1"/>
          </p:cNvSpPr>
          <p:nvPr>
            <p:ph type="ftr" idx="13"/>
          </p:nvPr>
        </p:nvSpPr>
        <p:spPr/>
        <p:txBody>
          <a:bodyPr/>
          <a:lstStyle/>
          <a:p>
            <a:r>
              <a:t>Footer</a:t>
            </a:r>
          </a:p>
        </p:txBody>
      </p:sp>
      <p:sp>
        <p:nvSpPr>
          <p:cNvPr id="3" name="PlaceHolder 2"/>
          <p:cNvSpPr>
            <a:spLocks noGrp="1"/>
          </p:cNvSpPr>
          <p:nvPr>
            <p:ph type="sldNum" idx="14"/>
          </p:nvPr>
        </p:nvSpPr>
        <p:spPr/>
        <p:txBody>
          <a:bodyPr/>
          <a:lstStyle/>
          <a:p>
            <a:fld id="{142E53AF-0962-448F-911E-65495E28EDDC}" type="slidenum">
              <a:t>‹Nº›</a:t>
            </a:fld>
            <a:endParaRPr/>
          </a:p>
        </p:txBody>
      </p:sp>
      <p:sp>
        <p:nvSpPr>
          <p:cNvPr id="4" name="PlaceHolder 3"/>
          <p:cNvSpPr>
            <a:spLocks noGrp="1"/>
          </p:cNvSpPr>
          <p:nvPr>
            <p:ph type="dt" idx="15"/>
          </p:nvPr>
        </p:nvSpPr>
        <p:spPr/>
        <p:txBody>
          <a:body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9" name="PlaceHolder 1"/>
          <p:cNvSpPr>
            <a:spLocks noGrp="1"/>
          </p:cNvSpPr>
          <p:nvPr>
            <p:ph type="title"/>
          </p:nvPr>
        </p:nvSpPr>
        <p:spPr>
          <a:xfrm>
            <a:off x="838080" y="365040"/>
            <a:ext cx="10514520" cy="1324440"/>
          </a:xfrm>
          <a:prstGeom prst="rect">
            <a:avLst/>
          </a:prstGeom>
          <a:noFill/>
          <a:ln w="0">
            <a:noFill/>
          </a:ln>
        </p:spPr>
        <p:txBody>
          <a:bodyPr lIns="0" tIns="0" rIns="0" bIns="0" anchor="ctr">
            <a:noAutofit/>
          </a:bodyPr>
          <a:lstStyle/>
          <a:p>
            <a:pPr indent="0">
              <a:buNone/>
            </a:pPr>
            <a:endParaRPr lang="es-ES" sz="1800" b="0" strike="noStrike" spc="-1">
              <a:solidFill>
                <a:schemeClr val="dk1"/>
              </a:solidFill>
              <a:latin typeface="Calibri"/>
            </a:endParaRPr>
          </a:p>
        </p:txBody>
      </p:sp>
      <p:sp>
        <p:nvSpPr>
          <p:cNvPr id="30" name="PlaceHolder 2"/>
          <p:cNvSpPr>
            <a:spLocks noGrp="1"/>
          </p:cNvSpPr>
          <p:nvPr>
            <p:ph/>
          </p:nvPr>
        </p:nvSpPr>
        <p:spPr>
          <a:xfrm>
            <a:off x="838080" y="1825560"/>
            <a:ext cx="5131080" cy="4350240"/>
          </a:xfrm>
          <a:prstGeom prst="rect">
            <a:avLst/>
          </a:prstGeom>
          <a:noFill/>
          <a:ln w="0">
            <a:noFill/>
          </a:ln>
        </p:spPr>
        <p:txBody>
          <a:bodyPr lIns="0" tIns="0" rIns="0" bIns="0" anchor="t">
            <a:normAutofit/>
          </a:bodyPr>
          <a:lstStyle/>
          <a:p>
            <a:pPr indent="0">
              <a:lnSpc>
                <a:spcPct val="90000"/>
              </a:lnSpc>
              <a:spcBef>
                <a:spcPts val="1417"/>
              </a:spcBef>
              <a:buNone/>
            </a:pPr>
            <a:endParaRPr lang="es-ES" sz="2800" b="0" strike="noStrike" spc="-1">
              <a:solidFill>
                <a:schemeClr val="dk1"/>
              </a:solidFill>
              <a:latin typeface="Calibri"/>
            </a:endParaRPr>
          </a:p>
        </p:txBody>
      </p:sp>
      <p:sp>
        <p:nvSpPr>
          <p:cNvPr id="31" name="PlaceHolder 3"/>
          <p:cNvSpPr>
            <a:spLocks noGrp="1"/>
          </p:cNvSpPr>
          <p:nvPr>
            <p:ph/>
          </p:nvPr>
        </p:nvSpPr>
        <p:spPr>
          <a:xfrm>
            <a:off x="6226200" y="1825560"/>
            <a:ext cx="5131080" cy="4350240"/>
          </a:xfrm>
          <a:prstGeom prst="rect">
            <a:avLst/>
          </a:prstGeom>
          <a:noFill/>
          <a:ln w="0">
            <a:noFill/>
          </a:ln>
        </p:spPr>
        <p:txBody>
          <a:bodyPr lIns="0" tIns="0" rIns="0" bIns="0" anchor="t">
            <a:normAutofit/>
          </a:bodyPr>
          <a:lstStyle/>
          <a:p>
            <a:pPr indent="0">
              <a:lnSpc>
                <a:spcPct val="90000"/>
              </a:lnSpc>
              <a:spcBef>
                <a:spcPts val="1417"/>
              </a:spcBef>
              <a:buNone/>
            </a:pPr>
            <a:endParaRPr lang="es-ES" sz="2800" b="0" strike="noStrike" spc="-1">
              <a:solidFill>
                <a:schemeClr val="dk1"/>
              </a:solidFill>
              <a:latin typeface="Calibri"/>
            </a:endParaRPr>
          </a:p>
        </p:txBody>
      </p:sp>
      <p:sp>
        <p:nvSpPr>
          <p:cNvPr id="5" name="PlaceHolder 4"/>
          <p:cNvSpPr>
            <a:spLocks noGrp="1"/>
          </p:cNvSpPr>
          <p:nvPr>
            <p:ph type="ftr" idx="16"/>
          </p:nvPr>
        </p:nvSpPr>
        <p:spPr/>
        <p:txBody>
          <a:bodyPr/>
          <a:lstStyle/>
          <a:p>
            <a:r>
              <a:t>Footer</a:t>
            </a:r>
          </a:p>
        </p:txBody>
      </p:sp>
      <p:sp>
        <p:nvSpPr>
          <p:cNvPr id="6" name="PlaceHolder 5"/>
          <p:cNvSpPr>
            <a:spLocks noGrp="1"/>
          </p:cNvSpPr>
          <p:nvPr>
            <p:ph type="sldNum" idx="17"/>
          </p:nvPr>
        </p:nvSpPr>
        <p:spPr/>
        <p:txBody>
          <a:bodyPr/>
          <a:lstStyle/>
          <a:p>
            <a:fld id="{96989DC8-3364-4929-99AC-5023D10FE7EA}" type="slidenum">
              <a:t>‹Nº›</a:t>
            </a:fld>
            <a:endParaRPr/>
          </a:p>
        </p:txBody>
      </p:sp>
      <p:sp>
        <p:nvSpPr>
          <p:cNvPr id="7" name="PlaceHolder 6"/>
          <p:cNvSpPr>
            <a:spLocks noGrp="1"/>
          </p:cNvSpPr>
          <p:nvPr>
            <p:ph type="dt" idx="18"/>
          </p:nvPr>
        </p:nvSpPr>
        <p:spPr/>
        <p:txBody>
          <a:body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Comparación">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lstStyle/>
          <a:p>
            <a:r>
              <a:t>Footer</a:t>
            </a:r>
          </a:p>
        </p:txBody>
      </p:sp>
      <p:sp>
        <p:nvSpPr>
          <p:cNvPr id="3" name="PlaceHolder 2"/>
          <p:cNvSpPr>
            <a:spLocks noGrp="1"/>
          </p:cNvSpPr>
          <p:nvPr>
            <p:ph type="sldNum" idx="20"/>
          </p:nvPr>
        </p:nvSpPr>
        <p:spPr/>
        <p:txBody>
          <a:bodyPr/>
          <a:lstStyle/>
          <a:p>
            <a:fld id="{3D3E7A6D-0DA4-4961-8BBA-506A50118B82}" type="slidenum">
              <a:t>‹Nº›</a:t>
            </a:fld>
            <a:endParaRPr/>
          </a:p>
        </p:txBody>
      </p:sp>
      <p:sp>
        <p:nvSpPr>
          <p:cNvPr id="4" name="PlaceHolder 3"/>
          <p:cNvSpPr>
            <a:spLocks noGrp="1"/>
          </p:cNvSpPr>
          <p:nvPr>
            <p:ph type="dt" idx="21"/>
          </p:nvPr>
        </p:nvSpPr>
        <p:spPr/>
        <p:txBody>
          <a:body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39" name="PlaceHolder 1"/>
          <p:cNvSpPr>
            <a:spLocks noGrp="1"/>
          </p:cNvSpPr>
          <p:nvPr>
            <p:ph type="title"/>
          </p:nvPr>
        </p:nvSpPr>
        <p:spPr>
          <a:xfrm>
            <a:off x="838080" y="365040"/>
            <a:ext cx="10514520" cy="1324440"/>
          </a:xfrm>
          <a:prstGeom prst="rect">
            <a:avLst/>
          </a:prstGeom>
          <a:noFill/>
          <a:ln w="0">
            <a:noFill/>
          </a:ln>
        </p:spPr>
        <p:txBody>
          <a:bodyPr lIns="0" tIns="0" rIns="0" bIns="0" anchor="ctr">
            <a:noAutofit/>
          </a:bodyPr>
          <a:lstStyle/>
          <a:p>
            <a:pPr indent="0">
              <a:buNone/>
            </a:pPr>
            <a:endParaRPr lang="es-ES" sz="1800" b="0" strike="noStrike" spc="-1">
              <a:solidFill>
                <a:schemeClr val="dk1"/>
              </a:solidFill>
              <a:latin typeface="Calibri"/>
            </a:endParaRPr>
          </a:p>
        </p:txBody>
      </p:sp>
      <p:sp>
        <p:nvSpPr>
          <p:cNvPr id="3" name="PlaceHolder 2"/>
          <p:cNvSpPr>
            <a:spLocks noGrp="1"/>
          </p:cNvSpPr>
          <p:nvPr>
            <p:ph type="ftr" idx="22"/>
          </p:nvPr>
        </p:nvSpPr>
        <p:spPr/>
        <p:txBody>
          <a:bodyPr/>
          <a:lstStyle/>
          <a:p>
            <a:r>
              <a:t>Footer</a:t>
            </a:r>
          </a:p>
        </p:txBody>
      </p:sp>
      <p:sp>
        <p:nvSpPr>
          <p:cNvPr id="4" name="PlaceHolder 3"/>
          <p:cNvSpPr>
            <a:spLocks noGrp="1"/>
          </p:cNvSpPr>
          <p:nvPr>
            <p:ph type="sldNum" idx="23"/>
          </p:nvPr>
        </p:nvSpPr>
        <p:spPr/>
        <p:txBody>
          <a:bodyPr/>
          <a:lstStyle/>
          <a:p>
            <a:fld id="{C10B1F8D-9E21-442E-BC04-944C80561165}" type="slidenum">
              <a:t>‹Nº›</a:t>
            </a:fld>
            <a:endParaRPr/>
          </a:p>
        </p:txBody>
      </p:sp>
      <p:sp>
        <p:nvSpPr>
          <p:cNvPr id="5" name="PlaceHolder 4"/>
          <p:cNvSpPr>
            <a:spLocks noGrp="1"/>
          </p:cNvSpPr>
          <p:nvPr>
            <p:ph type="dt" idx="24"/>
          </p:nvPr>
        </p:nvSpPr>
        <p:spPr/>
        <p:txBody>
          <a:body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PlaceHolder 1"/>
          <p:cNvSpPr>
            <a:spLocks noGrp="1"/>
          </p:cNvSpPr>
          <p:nvPr>
            <p:ph type="ftr" idx="25"/>
          </p:nvPr>
        </p:nvSpPr>
        <p:spPr/>
        <p:txBody>
          <a:bodyPr/>
          <a:lstStyle/>
          <a:p>
            <a:r>
              <a:t>Footer</a:t>
            </a:r>
          </a:p>
        </p:txBody>
      </p:sp>
      <p:sp>
        <p:nvSpPr>
          <p:cNvPr id="3" name="PlaceHolder 2"/>
          <p:cNvSpPr>
            <a:spLocks noGrp="1"/>
          </p:cNvSpPr>
          <p:nvPr>
            <p:ph type="sldNum" idx="26"/>
          </p:nvPr>
        </p:nvSpPr>
        <p:spPr/>
        <p:txBody>
          <a:bodyPr/>
          <a:lstStyle/>
          <a:p>
            <a:fld id="{962A7160-8098-4A38-A3EB-6FF190A6CDC4}" type="slidenum">
              <a:t>‹Nº›</a:t>
            </a:fld>
            <a:endParaRPr/>
          </a:p>
        </p:txBody>
      </p:sp>
      <p:sp>
        <p:nvSpPr>
          <p:cNvPr id="4" name="PlaceHolder 3"/>
          <p:cNvSpPr>
            <a:spLocks noGrp="1"/>
          </p:cNvSpPr>
          <p:nvPr>
            <p:ph type="dt" idx="27"/>
          </p:nvPr>
        </p:nvSpPr>
        <p:spPr/>
        <p:txBody>
          <a:body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Contenido con título">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lstStyle/>
          <a:p>
            <a:r>
              <a:t>Footer</a:t>
            </a:r>
          </a:p>
        </p:txBody>
      </p:sp>
      <p:sp>
        <p:nvSpPr>
          <p:cNvPr id="3" name="PlaceHolder 2"/>
          <p:cNvSpPr>
            <a:spLocks noGrp="1"/>
          </p:cNvSpPr>
          <p:nvPr>
            <p:ph type="sldNum" idx="29"/>
          </p:nvPr>
        </p:nvSpPr>
        <p:spPr/>
        <p:txBody>
          <a:bodyPr/>
          <a:lstStyle/>
          <a:p>
            <a:fld id="{647A6C89-3235-4491-83EC-88C8E4A03837}" type="slidenum">
              <a:t>‹Nº›</a:t>
            </a:fld>
            <a:endParaRPr/>
          </a:p>
        </p:txBody>
      </p:sp>
      <p:sp>
        <p:nvSpPr>
          <p:cNvPr id="4" name="PlaceHolder 3"/>
          <p:cNvSpPr>
            <a:spLocks noGrp="1"/>
          </p:cNvSpPr>
          <p:nvPr>
            <p:ph type="dt" idx="30"/>
          </p:nvPr>
        </p:nvSpPr>
        <p:spPr/>
        <p:txBody>
          <a:body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Imagen con título">
    <p:spTree>
      <p:nvGrpSpPr>
        <p:cNvPr id="1" name=""/>
        <p:cNvGrpSpPr/>
        <p:nvPr/>
      </p:nvGrpSpPr>
      <p:grpSpPr>
        <a:xfrm>
          <a:off x="0" y="0"/>
          <a:ext cx="0" cy="0"/>
          <a:chOff x="0" y="0"/>
          <a:chExt cx="0" cy="0"/>
        </a:xfrm>
      </p:grpSpPr>
      <p:sp>
        <p:nvSpPr>
          <p:cNvPr id="2" name="PlaceHolder 1"/>
          <p:cNvSpPr>
            <a:spLocks noGrp="1"/>
          </p:cNvSpPr>
          <p:nvPr>
            <p:ph type="ftr" idx="31"/>
          </p:nvPr>
        </p:nvSpPr>
        <p:spPr/>
        <p:txBody>
          <a:bodyPr/>
          <a:lstStyle/>
          <a:p>
            <a:r>
              <a:t>Footer</a:t>
            </a:r>
          </a:p>
        </p:txBody>
      </p:sp>
      <p:sp>
        <p:nvSpPr>
          <p:cNvPr id="3" name="PlaceHolder 2"/>
          <p:cNvSpPr>
            <a:spLocks noGrp="1"/>
          </p:cNvSpPr>
          <p:nvPr>
            <p:ph type="sldNum" idx="32"/>
          </p:nvPr>
        </p:nvSpPr>
        <p:spPr/>
        <p:txBody>
          <a:bodyPr/>
          <a:lstStyle/>
          <a:p>
            <a:fld id="{961B7516-F707-491E-9122-4AE51444FC33}" type="slidenum">
              <a:t>‹Nº›</a:t>
            </a:fld>
            <a:endParaRPr/>
          </a:p>
        </p:txBody>
      </p:sp>
      <p:sp>
        <p:nvSpPr>
          <p:cNvPr id="4" name="PlaceHolder 3"/>
          <p:cNvSpPr>
            <a:spLocks noGrp="1"/>
          </p:cNvSpPr>
          <p:nvPr>
            <p:ph type="dt" idx="33"/>
          </p:nvPr>
        </p:nvSpPr>
        <p:spPr/>
        <p:txBody>
          <a:body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3.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4.xml"/></Relationships>
</file>

<file path=ppt/slideMasters/_rels/slideMaster5.xml.rels><?xml version="1.0" encoding="UTF-8" standalone="yes"?>
<Relationships xmlns="http://schemas.openxmlformats.org/package/2006/relationships"><Relationship Id="rId2" Type="http://schemas.openxmlformats.org/officeDocument/2006/relationships/theme" Target="../theme/theme5.xml"/><Relationship Id="rId1" Type="http://schemas.openxmlformats.org/officeDocument/2006/relationships/slideLayout" Target="../slideLayouts/slideLayout5.xml"/></Relationships>
</file>

<file path=ppt/slideMasters/_rels/slideMaster6.xml.rels><?xml version="1.0" encoding="UTF-8" standalone="yes"?>
<Relationships xmlns="http://schemas.openxmlformats.org/package/2006/relationships"><Relationship Id="rId2" Type="http://schemas.openxmlformats.org/officeDocument/2006/relationships/theme" Target="../theme/theme6.xml"/><Relationship Id="rId1" Type="http://schemas.openxmlformats.org/officeDocument/2006/relationships/slideLayout" Target="../slideLayouts/slideLayout6.xml"/></Relationships>
</file>

<file path=ppt/slideMasters/_rels/slideMaster7.xml.rels><?xml version="1.0" encoding="UTF-8" standalone="yes"?>
<Relationships xmlns="http://schemas.openxmlformats.org/package/2006/relationships"><Relationship Id="rId2" Type="http://schemas.openxmlformats.org/officeDocument/2006/relationships/theme" Target="../theme/theme7.xml"/><Relationship Id="rId1" Type="http://schemas.openxmlformats.org/officeDocument/2006/relationships/slideLayout" Target="../slideLayouts/slideLayout7.xml"/></Relationships>
</file>

<file path=ppt/slideMasters/_rels/slideMaster8.xml.rels><?xml version="1.0" encoding="UTF-8" standalone="yes"?>
<Relationships xmlns="http://schemas.openxmlformats.org/package/2006/relationships"><Relationship Id="rId2" Type="http://schemas.openxmlformats.org/officeDocument/2006/relationships/theme" Target="../theme/theme8.xml"/><Relationship Id="rId1" Type="http://schemas.openxmlformats.org/officeDocument/2006/relationships/slideLayout" Target="../slideLayouts/slideLayout8.xml"/></Relationships>
</file>

<file path=ppt/slideMasters/_rels/slideMaster9.xml.rels><?xml version="1.0" encoding="UTF-8" standalone="yes"?>
<Relationships xmlns="http://schemas.openxmlformats.org/package/2006/relationships"><Relationship Id="rId2" Type="http://schemas.openxmlformats.org/officeDocument/2006/relationships/theme" Target="../theme/theme9.xml"/><Relationship Id="rId1" Type="http://schemas.openxmlformats.org/officeDocument/2006/relationships/slideLayout" Target="../slideLayouts/slideLayout9.xml"/></Relationships>
</file>

<file path=ppt/slideMasters/_rels/slideMaster10.xml.rels><?xml version="1.0" encoding="UTF-8" standalone="yes"?>
<Relationships xmlns="http://schemas.openxmlformats.org/package/2006/relationships"><Relationship Id="rId2" Type="http://schemas.openxmlformats.org/officeDocument/2006/relationships/theme" Target="../theme/theme10.xml"/><Relationship Id="rId1" Type="http://schemas.openxmlformats.org/officeDocument/2006/relationships/slideLayout" Target="../slideLayouts/slideLayout10.xml"/></Relationships>
</file>

<file path=ppt/slideMasters/_rels/slideMaster11.xml.rels><?xml version="1.0" encoding="UTF-8" standalone="yes"?>
<Relationships xmlns="http://schemas.openxmlformats.org/package/2006/relationships"><Relationship Id="rId2" Type="http://schemas.openxmlformats.org/officeDocument/2006/relationships/theme" Target="../theme/theme11.xml"/><Relationship Id="rId1"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PlaceHolder 1"/>
          <p:cNvSpPr>
            <a:spLocks noGrp="1"/>
          </p:cNvSpPr>
          <p:nvPr>
            <p:ph type="title"/>
          </p:nvPr>
        </p:nvSpPr>
        <p:spPr>
          <a:xfrm>
            <a:off x="838080" y="365040"/>
            <a:ext cx="10514520" cy="1324440"/>
          </a:xfrm>
          <a:prstGeom prst="rect">
            <a:avLst/>
          </a:prstGeom>
          <a:noFill/>
          <a:ln w="0">
            <a:noFill/>
          </a:ln>
        </p:spPr>
        <p:txBody>
          <a:bodyPr lIns="0" tIns="0" rIns="0" bIns="0" anchor="ctr">
            <a:noAutofit/>
          </a:bodyPr>
          <a:lstStyle/>
          <a:p>
            <a:pPr indent="0">
              <a:buNone/>
            </a:pPr>
            <a:r>
              <a:rPr lang="es-ES" sz="4400" b="0" strike="noStrike" spc="-1">
                <a:solidFill>
                  <a:schemeClr val="dk1"/>
                </a:solidFill>
                <a:latin typeface="Calibri"/>
              </a:rPr>
              <a:t>Pulse para editar el formato del texto de título</a:t>
            </a:r>
          </a:p>
        </p:txBody>
      </p:sp>
      <p:sp>
        <p:nvSpPr>
          <p:cNvPr id="6" name="PlaceHolder 2"/>
          <p:cNvSpPr>
            <a:spLocks noGrp="1"/>
          </p:cNvSpPr>
          <p:nvPr>
            <p:ph type="ftr" idx="1"/>
          </p:nvPr>
        </p:nvSpPr>
        <p:spPr>
          <a:xfrm>
            <a:off x="4038480" y="6356520"/>
            <a:ext cx="4113720" cy="36396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s-ES" sz="1400" b="0" strike="noStrike" spc="-1">
                <a:solidFill>
                  <a:srgbClr val="000000"/>
                </a:solidFill>
                <a:latin typeface="Times New Roman"/>
              </a:defRPr>
            </a:lvl1pPr>
          </a:lstStyle>
          <a:p>
            <a:pPr indent="0" algn="ctr" defTabSz="914400">
              <a:lnSpc>
                <a:spcPct val="100000"/>
              </a:lnSpc>
              <a:buNone/>
              <a:tabLst>
                <a:tab pos="0" algn="l"/>
              </a:tabLst>
            </a:pPr>
            <a:r>
              <a:rPr lang="es-ES" sz="1400" b="0" strike="noStrike" spc="-1">
                <a:solidFill>
                  <a:srgbClr val="000000"/>
                </a:solidFill>
                <a:latin typeface="Times New Roman"/>
              </a:rPr>
              <a:t>&lt;pie de página&gt;</a:t>
            </a:r>
          </a:p>
        </p:txBody>
      </p:sp>
      <p:sp>
        <p:nvSpPr>
          <p:cNvPr id="2" name="PlaceHolder 3"/>
          <p:cNvSpPr>
            <a:spLocks noGrp="1"/>
          </p:cNvSpPr>
          <p:nvPr>
            <p:ph type="sldNum" idx="2"/>
          </p:nvPr>
        </p:nvSpPr>
        <p:spPr>
          <a:xfrm>
            <a:off x="8610480" y="6356520"/>
            <a:ext cx="2742120" cy="36396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strike="noStrike" spc="-1">
                <a:solidFill>
                  <a:schemeClr val="dk1">
                    <a:tint val="75000"/>
                  </a:schemeClr>
                </a:solidFill>
                <a:latin typeface="Calibri"/>
              </a:defRPr>
            </a:lvl1pPr>
          </a:lstStyle>
          <a:p>
            <a:pPr indent="0" algn="r" defTabSz="914400">
              <a:lnSpc>
                <a:spcPct val="100000"/>
              </a:lnSpc>
              <a:buNone/>
              <a:tabLst>
                <a:tab pos="0" algn="l"/>
              </a:tabLst>
            </a:pPr>
            <a:fld id="{00F2BEAA-5BA3-4D5A-B886-17C8E8869AE0}" type="slidenum">
              <a:rPr lang="es-ES" sz="1200" b="0" strike="noStrike" spc="-1">
                <a:solidFill>
                  <a:schemeClr val="dk1">
                    <a:tint val="75000"/>
                  </a:schemeClr>
                </a:solidFill>
                <a:latin typeface="Calibri"/>
              </a:rPr>
              <a:t>‹Nº›</a:t>
            </a:fld>
            <a:endParaRPr lang="es-ES" sz="1200" b="0" strike="noStrike" spc="-1">
              <a:solidFill>
                <a:srgbClr val="000000"/>
              </a:solidFill>
              <a:latin typeface="Times New Roman"/>
            </a:endParaRPr>
          </a:p>
        </p:txBody>
      </p:sp>
      <p:sp>
        <p:nvSpPr>
          <p:cNvPr id="3" name="PlaceHolder 4"/>
          <p:cNvSpPr>
            <a:spLocks noGrp="1"/>
          </p:cNvSpPr>
          <p:nvPr>
            <p:ph type="dt" idx="3"/>
          </p:nvPr>
        </p:nvSpPr>
        <p:spPr>
          <a:xfrm>
            <a:off x="838080" y="6356520"/>
            <a:ext cx="2742120" cy="36396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
        <p:nvSpPr>
          <p:cNvPr id="4"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lnSpc>
                <a:spcPct val="90000"/>
              </a:lnSpc>
              <a:spcBef>
                <a:spcPts val="1417"/>
              </a:spcBef>
              <a:buClr>
                <a:srgbClr val="000000"/>
              </a:buClr>
              <a:buSzPct val="45000"/>
              <a:buFont typeface="Wingdings" charset="2"/>
              <a:buChar char=""/>
            </a:pPr>
            <a:r>
              <a:rPr lang="es-ES" sz="2800" b="0" strike="noStrike" spc="-1">
                <a:solidFill>
                  <a:schemeClr val="dk1"/>
                </a:solidFill>
                <a:latin typeface="Calibri"/>
              </a:rPr>
              <a:t>Pulse para editar el formato de texto del esquema</a:t>
            </a:r>
          </a:p>
          <a:p>
            <a:pPr marL="864000" lvl="1" indent="-324000">
              <a:lnSpc>
                <a:spcPct val="90000"/>
              </a:lnSpc>
              <a:spcBef>
                <a:spcPts val="1134"/>
              </a:spcBef>
              <a:buClr>
                <a:srgbClr val="000000"/>
              </a:buClr>
              <a:buSzPct val="75000"/>
              <a:buFont typeface="Symbol" charset="2"/>
              <a:buChar char=""/>
            </a:pPr>
            <a:r>
              <a:rPr lang="es-ES" sz="2000" b="0" strike="noStrike" spc="-1">
                <a:solidFill>
                  <a:schemeClr val="dk1"/>
                </a:solidFill>
                <a:latin typeface="Calibri"/>
              </a:rPr>
              <a:t>Segundo nivel del esquema</a:t>
            </a:r>
          </a:p>
          <a:p>
            <a:pPr marL="1296000" lvl="2" indent="-288000">
              <a:lnSpc>
                <a:spcPct val="90000"/>
              </a:lnSpc>
              <a:spcBef>
                <a:spcPts val="850"/>
              </a:spcBef>
              <a:buClr>
                <a:srgbClr val="000000"/>
              </a:buClr>
              <a:buSzPct val="45000"/>
              <a:buFont typeface="Wingdings" charset="2"/>
              <a:buChar char=""/>
            </a:pPr>
            <a:r>
              <a:rPr lang="es-ES" sz="1800" b="0" strike="noStrike" spc="-1">
                <a:solidFill>
                  <a:schemeClr val="dk1"/>
                </a:solidFill>
                <a:latin typeface="Calibri"/>
              </a:rPr>
              <a:t>Tercer nivel del esquema</a:t>
            </a:r>
          </a:p>
          <a:p>
            <a:pPr marL="1728000" lvl="3" indent="-216000">
              <a:lnSpc>
                <a:spcPct val="90000"/>
              </a:lnSpc>
              <a:spcBef>
                <a:spcPts val="567"/>
              </a:spcBef>
              <a:buClr>
                <a:srgbClr val="000000"/>
              </a:buClr>
              <a:buSzPct val="75000"/>
              <a:buFont typeface="Symbol" charset="2"/>
              <a:buChar char=""/>
            </a:pPr>
            <a:r>
              <a:rPr lang="es-ES" sz="1800" b="0" strike="noStrike" spc="-1">
                <a:solidFill>
                  <a:schemeClr val="dk1"/>
                </a:solidFill>
                <a:latin typeface="Calibri"/>
              </a:rPr>
              <a:t>Cuarto nivel del esquema</a:t>
            </a:r>
          </a:p>
          <a:p>
            <a:pPr marL="2160000" lvl="4" indent="-216000">
              <a:lnSpc>
                <a:spcPct val="90000"/>
              </a:lnSpc>
              <a:spcBef>
                <a:spcPts val="283"/>
              </a:spcBef>
              <a:buClr>
                <a:srgbClr val="000000"/>
              </a:buClr>
              <a:buSzPct val="45000"/>
              <a:buFont typeface="Wingdings" charset="2"/>
              <a:buChar char=""/>
            </a:pPr>
            <a:r>
              <a:rPr lang="es-ES" sz="2000" b="0" strike="noStrike" spc="-1">
                <a:solidFill>
                  <a:schemeClr val="dk1"/>
                </a:solidFill>
                <a:latin typeface="Calibri"/>
              </a:rPr>
              <a:t>Quinto nivel del esquema</a:t>
            </a:r>
          </a:p>
          <a:p>
            <a:pPr marL="2592000" lvl="5" indent="-216000">
              <a:lnSpc>
                <a:spcPct val="90000"/>
              </a:lnSpc>
              <a:spcBef>
                <a:spcPts val="283"/>
              </a:spcBef>
              <a:buClr>
                <a:srgbClr val="000000"/>
              </a:buClr>
              <a:buSzPct val="45000"/>
              <a:buFont typeface="Wingdings" charset="2"/>
              <a:buChar char=""/>
            </a:pPr>
            <a:r>
              <a:rPr lang="es-ES" sz="2000" b="0" strike="noStrike" spc="-1">
                <a:solidFill>
                  <a:schemeClr val="dk1"/>
                </a:solidFill>
                <a:latin typeface="Calibri"/>
              </a:rPr>
              <a:t>Sexto nivel del esquema</a:t>
            </a:r>
          </a:p>
          <a:p>
            <a:pPr marL="3024000" lvl="6" indent="-216000">
              <a:lnSpc>
                <a:spcPct val="90000"/>
              </a:lnSpc>
              <a:spcBef>
                <a:spcPts val="283"/>
              </a:spcBef>
              <a:buClr>
                <a:srgbClr val="000000"/>
              </a:buClr>
              <a:buSzPct val="45000"/>
              <a:buFont typeface="Wingdings" charset="2"/>
              <a:buChar char=""/>
            </a:pPr>
            <a:r>
              <a:rPr lang="es-ES" sz="2000" b="0" strike="noStrike" spc="-1">
                <a:solidFill>
                  <a:schemeClr val="dk1"/>
                </a:solidFill>
                <a:latin typeface="Calibri"/>
              </a:rPr>
              <a:t>Séptimo nivel del esquema</a:t>
            </a: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PlaceHolder 1"/>
          <p:cNvSpPr>
            <a:spLocks noGrp="1"/>
          </p:cNvSpPr>
          <p:nvPr>
            <p:ph type="ftr" idx="4"/>
          </p:nvPr>
        </p:nvSpPr>
        <p:spPr>
          <a:xfrm>
            <a:off x="4038480" y="6356520"/>
            <a:ext cx="4113720" cy="36396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s-ES" sz="1400" b="0" strike="noStrike" spc="-1">
                <a:solidFill>
                  <a:srgbClr val="000000"/>
                </a:solidFill>
                <a:latin typeface="Times New Roman"/>
              </a:defRPr>
            </a:lvl1pPr>
          </a:lstStyle>
          <a:p>
            <a:pPr indent="0" algn="ctr" defTabSz="914400">
              <a:lnSpc>
                <a:spcPct val="100000"/>
              </a:lnSpc>
              <a:buNone/>
              <a:tabLst>
                <a:tab pos="0" algn="l"/>
              </a:tabLst>
            </a:pPr>
            <a:r>
              <a:rPr lang="es-ES" sz="1400" b="0" strike="noStrike" spc="-1">
                <a:solidFill>
                  <a:srgbClr val="000000"/>
                </a:solidFill>
                <a:latin typeface="Times New Roman"/>
              </a:rPr>
              <a:t>&lt;pie de página&gt;</a:t>
            </a:r>
          </a:p>
        </p:txBody>
      </p:sp>
      <p:sp>
        <p:nvSpPr>
          <p:cNvPr id="8" name="PlaceHolder 2"/>
          <p:cNvSpPr>
            <a:spLocks noGrp="1"/>
          </p:cNvSpPr>
          <p:nvPr>
            <p:ph type="sldNum" idx="5"/>
          </p:nvPr>
        </p:nvSpPr>
        <p:spPr>
          <a:xfrm>
            <a:off x="8610480" y="6356520"/>
            <a:ext cx="2742120" cy="36396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strike="noStrike" spc="-1">
                <a:solidFill>
                  <a:schemeClr val="dk1">
                    <a:tint val="75000"/>
                  </a:schemeClr>
                </a:solidFill>
                <a:latin typeface="Calibri"/>
              </a:defRPr>
            </a:lvl1pPr>
          </a:lstStyle>
          <a:p>
            <a:pPr indent="0" algn="r" defTabSz="914400">
              <a:lnSpc>
                <a:spcPct val="100000"/>
              </a:lnSpc>
              <a:buNone/>
              <a:tabLst>
                <a:tab pos="0" algn="l"/>
              </a:tabLst>
            </a:pPr>
            <a:fld id="{13F80331-2B6F-4CAD-814B-7DFB538CD241}" type="slidenum">
              <a:rPr lang="es-ES" sz="1200" b="0" strike="noStrike" spc="-1">
                <a:solidFill>
                  <a:schemeClr val="dk1">
                    <a:tint val="75000"/>
                  </a:schemeClr>
                </a:solidFill>
                <a:latin typeface="Calibri"/>
              </a:rPr>
              <a:t>‹Nº›</a:t>
            </a:fld>
            <a:endParaRPr lang="es-ES" sz="1200" b="0" strike="noStrike" spc="-1">
              <a:solidFill>
                <a:srgbClr val="000000"/>
              </a:solidFill>
              <a:latin typeface="Times New Roman"/>
            </a:endParaRPr>
          </a:p>
        </p:txBody>
      </p:sp>
      <p:sp>
        <p:nvSpPr>
          <p:cNvPr id="9" name="PlaceHolder 3"/>
          <p:cNvSpPr>
            <a:spLocks noGrp="1"/>
          </p:cNvSpPr>
          <p:nvPr>
            <p:ph type="dt" idx="6"/>
          </p:nvPr>
        </p:nvSpPr>
        <p:spPr>
          <a:xfrm>
            <a:off x="838080" y="6356520"/>
            <a:ext cx="2742120" cy="36396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Tree>
  </p:cSld>
  <p:clrMap bg1="lt1" tx1="dk1" bg2="lt2" tx2="dk2" accent1="accent1" accent2="accent2" accent3="accent3" accent4="accent4" accent5="accent5" accent6="accent6" hlink="hlink" folHlink="folHlink"/>
  <p:sldLayoutIdLst>
    <p:sldLayoutId id="214748365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PlaceHolder 1"/>
          <p:cNvSpPr>
            <a:spLocks noGrp="1"/>
          </p:cNvSpPr>
          <p:nvPr>
            <p:ph type="ftr" idx="7"/>
          </p:nvPr>
        </p:nvSpPr>
        <p:spPr>
          <a:xfrm>
            <a:off x="4038480" y="6356520"/>
            <a:ext cx="4113720" cy="36396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s-ES" sz="1400" b="0" strike="noStrike" spc="-1">
                <a:solidFill>
                  <a:srgbClr val="000000"/>
                </a:solidFill>
                <a:latin typeface="Times New Roman"/>
              </a:defRPr>
            </a:lvl1pPr>
          </a:lstStyle>
          <a:p>
            <a:pPr indent="0" algn="ctr" defTabSz="914400">
              <a:lnSpc>
                <a:spcPct val="100000"/>
              </a:lnSpc>
              <a:buNone/>
              <a:tabLst>
                <a:tab pos="0" algn="l"/>
              </a:tabLst>
            </a:pPr>
            <a:r>
              <a:rPr lang="es-ES" sz="1400" b="0" strike="noStrike" spc="-1">
                <a:solidFill>
                  <a:srgbClr val="000000"/>
                </a:solidFill>
                <a:latin typeface="Times New Roman"/>
              </a:rPr>
              <a:t>&lt;pie de página&gt;</a:t>
            </a:r>
          </a:p>
        </p:txBody>
      </p:sp>
      <p:sp>
        <p:nvSpPr>
          <p:cNvPr id="11" name="PlaceHolder 2"/>
          <p:cNvSpPr>
            <a:spLocks noGrp="1"/>
          </p:cNvSpPr>
          <p:nvPr>
            <p:ph type="sldNum" idx="8"/>
          </p:nvPr>
        </p:nvSpPr>
        <p:spPr>
          <a:xfrm>
            <a:off x="8610480" y="6356520"/>
            <a:ext cx="2742120" cy="36396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strike="noStrike" spc="-1">
                <a:solidFill>
                  <a:schemeClr val="dk1">
                    <a:tint val="75000"/>
                  </a:schemeClr>
                </a:solidFill>
                <a:latin typeface="Calibri"/>
              </a:defRPr>
            </a:lvl1pPr>
          </a:lstStyle>
          <a:p>
            <a:pPr indent="0" algn="r" defTabSz="914400">
              <a:lnSpc>
                <a:spcPct val="100000"/>
              </a:lnSpc>
              <a:buNone/>
              <a:tabLst>
                <a:tab pos="0" algn="l"/>
              </a:tabLst>
            </a:pPr>
            <a:fld id="{DF1105AB-0BFF-4AC2-A98F-B4FC36DC2505}" type="slidenum">
              <a:rPr lang="es-ES" sz="1200" b="0" strike="noStrike" spc="-1">
                <a:solidFill>
                  <a:schemeClr val="dk1">
                    <a:tint val="75000"/>
                  </a:schemeClr>
                </a:solidFill>
                <a:latin typeface="Calibri"/>
              </a:rPr>
              <a:t>‹Nº›</a:t>
            </a:fld>
            <a:endParaRPr lang="es-ES" sz="1200" b="0" strike="noStrike" spc="-1">
              <a:solidFill>
                <a:srgbClr val="000000"/>
              </a:solidFill>
              <a:latin typeface="Times New Roman"/>
            </a:endParaRPr>
          </a:p>
        </p:txBody>
      </p:sp>
      <p:sp>
        <p:nvSpPr>
          <p:cNvPr id="12" name="PlaceHolder 3"/>
          <p:cNvSpPr>
            <a:spLocks noGrp="1"/>
          </p:cNvSpPr>
          <p:nvPr>
            <p:ph type="dt" idx="9"/>
          </p:nvPr>
        </p:nvSpPr>
        <p:spPr>
          <a:xfrm>
            <a:off x="838080" y="6356520"/>
            <a:ext cx="2742120" cy="36396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Tree>
  </p:cSld>
  <p:clrMap bg1="lt1" tx1="dk1" bg2="lt2" tx2="dk2" accent1="accent1" accent2="accent2" accent3="accent3" accent4="accent4" accent5="accent5" accent6="accent6" hlink="hlink" folHlink="folHlink"/>
  <p:sldLayoutIdLst>
    <p:sldLayoutId id="214748365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PlaceHolder 1"/>
          <p:cNvSpPr>
            <a:spLocks noGrp="1"/>
          </p:cNvSpPr>
          <p:nvPr>
            <p:ph type="title"/>
          </p:nvPr>
        </p:nvSpPr>
        <p:spPr>
          <a:xfrm>
            <a:off x="838080" y="365040"/>
            <a:ext cx="10514520" cy="1324440"/>
          </a:xfrm>
          <a:prstGeom prst="rect">
            <a:avLst/>
          </a:prstGeom>
          <a:noFill/>
          <a:ln w="0">
            <a:noFill/>
          </a:ln>
        </p:spPr>
        <p:txBody>
          <a:bodyPr lIns="0" tIns="0" rIns="0" bIns="0" anchor="ctr">
            <a:noAutofit/>
          </a:bodyPr>
          <a:lstStyle/>
          <a:p>
            <a:pPr indent="0">
              <a:buNone/>
            </a:pPr>
            <a:r>
              <a:rPr lang="es-ES" sz="4400" b="0" strike="noStrike" spc="-1">
                <a:solidFill>
                  <a:schemeClr val="dk1"/>
                </a:solidFill>
                <a:latin typeface="Calibri"/>
              </a:rPr>
              <a:t>Pulse para editar el formato del texto de título</a:t>
            </a:r>
          </a:p>
        </p:txBody>
      </p:sp>
      <p:sp>
        <p:nvSpPr>
          <p:cNvPr id="14" name="PlaceHolder 2"/>
          <p:cNvSpPr>
            <a:spLocks noGrp="1"/>
          </p:cNvSpPr>
          <p:nvPr>
            <p:ph type="body"/>
          </p:nvPr>
        </p:nvSpPr>
        <p:spPr>
          <a:xfrm>
            <a:off x="838080" y="1825560"/>
            <a:ext cx="10514520" cy="4350240"/>
          </a:xfrm>
          <a:prstGeom prst="rect">
            <a:avLst/>
          </a:prstGeom>
          <a:noFill/>
          <a:ln w="0">
            <a:noFill/>
          </a:ln>
        </p:spPr>
        <p:txBody>
          <a:bodyPr lIns="0" tIns="0" rIns="0" bIns="0" anchor="t">
            <a:normAutofit/>
          </a:bodyPr>
          <a:lstStyle/>
          <a:p>
            <a:pPr marL="432000" indent="-324000">
              <a:lnSpc>
                <a:spcPct val="90000"/>
              </a:lnSpc>
              <a:spcBef>
                <a:spcPts val="1417"/>
              </a:spcBef>
              <a:buClr>
                <a:srgbClr val="000000"/>
              </a:buClr>
              <a:buSzPct val="45000"/>
              <a:buFont typeface="Wingdings" charset="2"/>
              <a:buChar char=""/>
            </a:pPr>
            <a:r>
              <a:rPr lang="es-ES" sz="1800" b="0" strike="noStrike" spc="-1">
                <a:solidFill>
                  <a:schemeClr val="dk1"/>
                </a:solidFill>
                <a:latin typeface="Calibri"/>
              </a:rPr>
              <a:t>Pulse para editar el formato de texto del esquema</a:t>
            </a:r>
          </a:p>
          <a:p>
            <a:pPr marL="864000" lvl="1" indent="-324000">
              <a:lnSpc>
                <a:spcPct val="90000"/>
              </a:lnSpc>
              <a:spcBef>
                <a:spcPts val="1134"/>
              </a:spcBef>
              <a:buClr>
                <a:srgbClr val="000000"/>
              </a:buClr>
              <a:buSzPct val="75000"/>
              <a:buFont typeface="Symbol" charset="2"/>
              <a:buChar char=""/>
            </a:pPr>
            <a:r>
              <a:rPr lang="es-ES" sz="1800" b="0" strike="noStrike" spc="-1">
                <a:solidFill>
                  <a:schemeClr val="dk1"/>
                </a:solidFill>
                <a:latin typeface="Calibri"/>
              </a:rPr>
              <a:t>Segundo nivel del esquema</a:t>
            </a:r>
          </a:p>
          <a:p>
            <a:pPr marL="1296000" lvl="2" indent="-288000">
              <a:lnSpc>
                <a:spcPct val="90000"/>
              </a:lnSpc>
              <a:spcBef>
                <a:spcPts val="850"/>
              </a:spcBef>
              <a:buClr>
                <a:srgbClr val="000000"/>
              </a:buClr>
              <a:buSzPct val="45000"/>
              <a:buFont typeface="Wingdings" charset="2"/>
              <a:buChar char=""/>
            </a:pPr>
            <a:r>
              <a:rPr lang="es-ES" sz="1800" b="0" strike="noStrike" spc="-1">
                <a:solidFill>
                  <a:schemeClr val="dk1"/>
                </a:solidFill>
                <a:latin typeface="Calibri"/>
              </a:rPr>
              <a:t>Tercer nivel del esquema</a:t>
            </a:r>
          </a:p>
          <a:p>
            <a:pPr marL="1728000" lvl="3" indent="-216000">
              <a:lnSpc>
                <a:spcPct val="90000"/>
              </a:lnSpc>
              <a:spcBef>
                <a:spcPts val="567"/>
              </a:spcBef>
              <a:buClr>
                <a:srgbClr val="000000"/>
              </a:buClr>
              <a:buSzPct val="75000"/>
              <a:buFont typeface="Symbol" charset="2"/>
              <a:buChar char=""/>
            </a:pPr>
            <a:r>
              <a:rPr lang="es-ES" sz="1800" b="0" strike="noStrike" spc="-1">
                <a:solidFill>
                  <a:schemeClr val="dk1"/>
                </a:solidFill>
                <a:latin typeface="Calibri"/>
              </a:rPr>
              <a:t>Cuarto nivel del esquema</a:t>
            </a:r>
          </a:p>
          <a:p>
            <a:pPr marL="2160000" lvl="4" indent="-216000">
              <a:lnSpc>
                <a:spcPct val="90000"/>
              </a:lnSpc>
              <a:spcBef>
                <a:spcPts val="283"/>
              </a:spcBef>
              <a:buClr>
                <a:srgbClr val="000000"/>
              </a:buClr>
              <a:buSzPct val="45000"/>
              <a:buFont typeface="Wingdings" charset="2"/>
              <a:buChar char=""/>
            </a:pPr>
            <a:r>
              <a:rPr lang="es-ES" sz="1800" b="0" strike="noStrike" spc="-1">
                <a:solidFill>
                  <a:schemeClr val="dk1"/>
                </a:solidFill>
                <a:latin typeface="Calibri"/>
              </a:rPr>
              <a:t>Quinto nivel del esquema</a:t>
            </a:r>
          </a:p>
          <a:p>
            <a:pPr marL="2592000" lvl="5" indent="-216000">
              <a:lnSpc>
                <a:spcPct val="90000"/>
              </a:lnSpc>
              <a:spcBef>
                <a:spcPts val="283"/>
              </a:spcBef>
              <a:buClr>
                <a:srgbClr val="000000"/>
              </a:buClr>
              <a:buSzPct val="45000"/>
              <a:buFont typeface="Wingdings" charset="2"/>
              <a:buChar char=""/>
            </a:pPr>
            <a:r>
              <a:rPr lang="es-ES" sz="1800" b="0" strike="noStrike" spc="-1">
                <a:solidFill>
                  <a:schemeClr val="dk1"/>
                </a:solidFill>
                <a:latin typeface="Calibri"/>
              </a:rPr>
              <a:t>Sexto nivel del esquema</a:t>
            </a:r>
          </a:p>
          <a:p>
            <a:pPr marL="3024000" lvl="6" indent="-216000">
              <a:lnSpc>
                <a:spcPct val="90000"/>
              </a:lnSpc>
              <a:spcBef>
                <a:spcPts val="283"/>
              </a:spcBef>
              <a:buClr>
                <a:srgbClr val="000000"/>
              </a:buClr>
              <a:buSzPct val="45000"/>
              <a:buFont typeface="Wingdings" charset="2"/>
              <a:buChar char=""/>
            </a:pPr>
            <a:r>
              <a:rPr lang="es-ES" sz="1800" b="0" strike="noStrike" spc="-1">
                <a:solidFill>
                  <a:schemeClr val="dk1"/>
                </a:solidFill>
                <a:latin typeface="Calibri"/>
              </a:rPr>
              <a:t>Séptimo nivel del esquema</a:t>
            </a:r>
          </a:p>
        </p:txBody>
      </p:sp>
      <p:sp>
        <p:nvSpPr>
          <p:cNvPr id="15" name="PlaceHolder 3"/>
          <p:cNvSpPr>
            <a:spLocks noGrp="1"/>
          </p:cNvSpPr>
          <p:nvPr>
            <p:ph type="ftr" idx="10"/>
          </p:nvPr>
        </p:nvSpPr>
        <p:spPr>
          <a:xfrm>
            <a:off x="4038480" y="6356520"/>
            <a:ext cx="4113720" cy="36396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s-ES" sz="1400" b="0" strike="noStrike" spc="-1">
                <a:solidFill>
                  <a:srgbClr val="000000"/>
                </a:solidFill>
                <a:latin typeface="Times New Roman"/>
              </a:defRPr>
            </a:lvl1pPr>
          </a:lstStyle>
          <a:p>
            <a:pPr indent="0" algn="ctr" defTabSz="914400">
              <a:lnSpc>
                <a:spcPct val="100000"/>
              </a:lnSpc>
              <a:buNone/>
              <a:tabLst>
                <a:tab pos="0" algn="l"/>
              </a:tabLst>
            </a:pPr>
            <a:r>
              <a:rPr lang="es-ES" sz="1400" b="0" strike="noStrike" spc="-1">
                <a:solidFill>
                  <a:srgbClr val="000000"/>
                </a:solidFill>
                <a:latin typeface="Times New Roman"/>
              </a:rPr>
              <a:t>&lt;pie de página&gt;</a:t>
            </a:r>
          </a:p>
        </p:txBody>
      </p:sp>
      <p:sp>
        <p:nvSpPr>
          <p:cNvPr id="16" name="PlaceHolder 4"/>
          <p:cNvSpPr>
            <a:spLocks noGrp="1"/>
          </p:cNvSpPr>
          <p:nvPr>
            <p:ph type="sldNum" idx="11"/>
          </p:nvPr>
        </p:nvSpPr>
        <p:spPr>
          <a:xfrm>
            <a:off x="8610480" y="6356520"/>
            <a:ext cx="2742120" cy="36396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strike="noStrike" spc="-1">
                <a:solidFill>
                  <a:schemeClr val="dk1">
                    <a:tint val="75000"/>
                  </a:schemeClr>
                </a:solidFill>
                <a:latin typeface="Calibri"/>
              </a:defRPr>
            </a:lvl1pPr>
          </a:lstStyle>
          <a:p>
            <a:pPr indent="0" algn="r" defTabSz="914400">
              <a:lnSpc>
                <a:spcPct val="100000"/>
              </a:lnSpc>
              <a:buNone/>
              <a:tabLst>
                <a:tab pos="0" algn="l"/>
              </a:tabLst>
            </a:pPr>
            <a:fld id="{203E45A2-9405-4880-A14F-327D4D9FFCCF}" type="slidenum">
              <a:rPr lang="es-ES" sz="1200" b="0" strike="noStrike" spc="-1">
                <a:solidFill>
                  <a:schemeClr val="dk1">
                    <a:tint val="75000"/>
                  </a:schemeClr>
                </a:solidFill>
                <a:latin typeface="Calibri"/>
              </a:rPr>
              <a:t>‹Nº›</a:t>
            </a:fld>
            <a:endParaRPr lang="es-ES" sz="1200" b="0" strike="noStrike" spc="-1">
              <a:solidFill>
                <a:srgbClr val="000000"/>
              </a:solidFill>
              <a:latin typeface="Times New Roman"/>
            </a:endParaRPr>
          </a:p>
        </p:txBody>
      </p:sp>
      <p:sp>
        <p:nvSpPr>
          <p:cNvPr id="17" name="PlaceHolder 5"/>
          <p:cNvSpPr>
            <a:spLocks noGrp="1"/>
          </p:cNvSpPr>
          <p:nvPr>
            <p:ph type="dt" idx="12"/>
          </p:nvPr>
        </p:nvSpPr>
        <p:spPr>
          <a:xfrm>
            <a:off x="838080" y="6356520"/>
            <a:ext cx="2742120" cy="36396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 name="PlaceHolder 1"/>
          <p:cNvSpPr>
            <a:spLocks noGrp="1"/>
          </p:cNvSpPr>
          <p:nvPr>
            <p:ph type="ftr" idx="13"/>
          </p:nvPr>
        </p:nvSpPr>
        <p:spPr>
          <a:xfrm>
            <a:off x="4038480" y="6356520"/>
            <a:ext cx="4113720" cy="36396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s-ES" sz="1400" b="0" strike="noStrike" spc="-1">
                <a:solidFill>
                  <a:srgbClr val="000000"/>
                </a:solidFill>
                <a:latin typeface="Times New Roman"/>
              </a:defRPr>
            </a:lvl1pPr>
          </a:lstStyle>
          <a:p>
            <a:pPr indent="0" algn="ctr" defTabSz="914400">
              <a:lnSpc>
                <a:spcPct val="100000"/>
              </a:lnSpc>
              <a:buNone/>
              <a:tabLst>
                <a:tab pos="0" algn="l"/>
              </a:tabLst>
            </a:pPr>
            <a:r>
              <a:rPr lang="es-ES" sz="1400" b="0" strike="noStrike" spc="-1">
                <a:solidFill>
                  <a:srgbClr val="000000"/>
                </a:solidFill>
                <a:latin typeface="Times New Roman"/>
              </a:rPr>
              <a:t>&lt;pie de página&gt;</a:t>
            </a:r>
          </a:p>
        </p:txBody>
      </p:sp>
      <p:sp>
        <p:nvSpPr>
          <p:cNvPr id="21" name="PlaceHolder 2"/>
          <p:cNvSpPr>
            <a:spLocks noGrp="1"/>
          </p:cNvSpPr>
          <p:nvPr>
            <p:ph type="sldNum" idx="14"/>
          </p:nvPr>
        </p:nvSpPr>
        <p:spPr>
          <a:xfrm>
            <a:off x="8610480" y="6356520"/>
            <a:ext cx="2742120" cy="36396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strike="noStrike" spc="-1">
                <a:solidFill>
                  <a:schemeClr val="dk1">
                    <a:tint val="75000"/>
                  </a:schemeClr>
                </a:solidFill>
                <a:latin typeface="Calibri"/>
              </a:defRPr>
            </a:lvl1pPr>
          </a:lstStyle>
          <a:p>
            <a:pPr indent="0" algn="r" defTabSz="914400">
              <a:lnSpc>
                <a:spcPct val="100000"/>
              </a:lnSpc>
              <a:buNone/>
              <a:tabLst>
                <a:tab pos="0" algn="l"/>
              </a:tabLst>
            </a:pPr>
            <a:fld id="{09D7527B-4B63-4828-B0B4-41DCDB1FD2CB}" type="slidenum">
              <a:rPr lang="es-ES" sz="1200" b="0" strike="noStrike" spc="-1">
                <a:solidFill>
                  <a:schemeClr val="dk1">
                    <a:tint val="75000"/>
                  </a:schemeClr>
                </a:solidFill>
                <a:latin typeface="Calibri"/>
              </a:rPr>
              <a:t>‹Nº›</a:t>
            </a:fld>
            <a:endParaRPr lang="es-ES" sz="1200" b="0" strike="noStrike" spc="-1">
              <a:solidFill>
                <a:srgbClr val="000000"/>
              </a:solidFill>
              <a:latin typeface="Times New Roman"/>
            </a:endParaRPr>
          </a:p>
        </p:txBody>
      </p:sp>
      <p:sp>
        <p:nvSpPr>
          <p:cNvPr id="22" name="PlaceHolder 3"/>
          <p:cNvSpPr>
            <a:spLocks noGrp="1"/>
          </p:cNvSpPr>
          <p:nvPr>
            <p:ph type="dt" idx="15"/>
          </p:nvPr>
        </p:nvSpPr>
        <p:spPr>
          <a:xfrm>
            <a:off x="838080" y="6356520"/>
            <a:ext cx="2742120" cy="36396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Tree>
  </p:cSld>
  <p:clrMap bg1="lt1" tx1="dk1" bg2="lt2" tx2="dk2" accent1="accent1" accent2="accent2" accent3="accent3" accent4="accent4" accent5="accent5" accent6="accent6" hlink="hlink" folHlink="folHlink"/>
  <p:sldLayoutIdLst>
    <p:sldLayoutId id="214748365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PlaceHolder 1"/>
          <p:cNvSpPr>
            <a:spLocks noGrp="1"/>
          </p:cNvSpPr>
          <p:nvPr>
            <p:ph type="title"/>
          </p:nvPr>
        </p:nvSpPr>
        <p:spPr>
          <a:xfrm>
            <a:off x="838080" y="365040"/>
            <a:ext cx="10514520" cy="1324440"/>
          </a:xfrm>
          <a:prstGeom prst="rect">
            <a:avLst/>
          </a:prstGeom>
          <a:noFill/>
          <a:ln w="0">
            <a:noFill/>
          </a:ln>
        </p:spPr>
        <p:txBody>
          <a:bodyPr lIns="0" tIns="0" rIns="0" bIns="0" anchor="ctr">
            <a:noAutofit/>
          </a:bodyPr>
          <a:lstStyle/>
          <a:p>
            <a:pPr indent="0">
              <a:buNone/>
            </a:pPr>
            <a:r>
              <a:rPr lang="es-ES" sz="4400" b="0" strike="noStrike" spc="-1">
                <a:solidFill>
                  <a:schemeClr val="dk1"/>
                </a:solidFill>
                <a:latin typeface="Calibri"/>
              </a:rPr>
              <a:t>Pulse para editar el formato del texto de título</a:t>
            </a:r>
          </a:p>
        </p:txBody>
      </p:sp>
      <p:sp>
        <p:nvSpPr>
          <p:cNvPr id="24" name="PlaceHolder 2"/>
          <p:cNvSpPr>
            <a:spLocks noGrp="1"/>
          </p:cNvSpPr>
          <p:nvPr>
            <p:ph type="body"/>
          </p:nvPr>
        </p:nvSpPr>
        <p:spPr>
          <a:xfrm>
            <a:off x="838080" y="1825560"/>
            <a:ext cx="5130720" cy="4350240"/>
          </a:xfrm>
          <a:prstGeom prst="rect">
            <a:avLst/>
          </a:prstGeom>
          <a:noFill/>
          <a:ln w="0">
            <a:noFill/>
          </a:ln>
        </p:spPr>
        <p:txBody>
          <a:bodyPr lIns="0" tIns="0" rIns="0" bIns="0" anchor="t">
            <a:normAutofit/>
          </a:bodyPr>
          <a:lstStyle/>
          <a:p>
            <a:pPr marL="432000" indent="-324000">
              <a:lnSpc>
                <a:spcPct val="90000"/>
              </a:lnSpc>
              <a:spcBef>
                <a:spcPts val="1417"/>
              </a:spcBef>
              <a:buClr>
                <a:srgbClr val="000000"/>
              </a:buClr>
              <a:buSzPct val="45000"/>
              <a:buFont typeface="Wingdings" charset="2"/>
              <a:buChar char=""/>
            </a:pPr>
            <a:r>
              <a:rPr lang="es-ES" sz="1800" b="0" strike="noStrike" spc="-1">
                <a:solidFill>
                  <a:schemeClr val="dk1"/>
                </a:solidFill>
                <a:latin typeface="Calibri"/>
              </a:rPr>
              <a:t>Pulse para editar el formato de texto del esquema</a:t>
            </a:r>
          </a:p>
          <a:p>
            <a:pPr marL="864000" lvl="1" indent="-324000">
              <a:lnSpc>
                <a:spcPct val="90000"/>
              </a:lnSpc>
              <a:spcBef>
                <a:spcPts val="1134"/>
              </a:spcBef>
              <a:buClr>
                <a:srgbClr val="000000"/>
              </a:buClr>
              <a:buSzPct val="75000"/>
              <a:buFont typeface="Symbol" charset="2"/>
              <a:buChar char=""/>
            </a:pPr>
            <a:r>
              <a:rPr lang="es-ES" sz="1800" b="0" strike="noStrike" spc="-1">
                <a:solidFill>
                  <a:schemeClr val="dk1"/>
                </a:solidFill>
                <a:latin typeface="Calibri"/>
              </a:rPr>
              <a:t>Segundo nivel del esquema</a:t>
            </a:r>
          </a:p>
          <a:p>
            <a:pPr marL="1296000" lvl="2" indent="-288000">
              <a:lnSpc>
                <a:spcPct val="90000"/>
              </a:lnSpc>
              <a:spcBef>
                <a:spcPts val="850"/>
              </a:spcBef>
              <a:buClr>
                <a:srgbClr val="000000"/>
              </a:buClr>
              <a:buSzPct val="45000"/>
              <a:buFont typeface="Wingdings" charset="2"/>
              <a:buChar char=""/>
            </a:pPr>
            <a:r>
              <a:rPr lang="es-ES" sz="1800" b="0" strike="noStrike" spc="-1">
                <a:solidFill>
                  <a:schemeClr val="dk1"/>
                </a:solidFill>
                <a:latin typeface="Calibri"/>
              </a:rPr>
              <a:t>Tercer nivel del esquema</a:t>
            </a:r>
          </a:p>
          <a:p>
            <a:pPr marL="1728000" lvl="3" indent="-216000">
              <a:lnSpc>
                <a:spcPct val="90000"/>
              </a:lnSpc>
              <a:spcBef>
                <a:spcPts val="567"/>
              </a:spcBef>
              <a:buClr>
                <a:srgbClr val="000000"/>
              </a:buClr>
              <a:buSzPct val="75000"/>
              <a:buFont typeface="Symbol" charset="2"/>
              <a:buChar char=""/>
            </a:pPr>
            <a:r>
              <a:rPr lang="es-ES" sz="1800" b="0" strike="noStrike" spc="-1">
                <a:solidFill>
                  <a:schemeClr val="dk1"/>
                </a:solidFill>
                <a:latin typeface="Calibri"/>
              </a:rPr>
              <a:t>Cuarto nivel del esquema</a:t>
            </a:r>
          </a:p>
          <a:p>
            <a:pPr marL="2160000" lvl="4" indent="-216000">
              <a:lnSpc>
                <a:spcPct val="90000"/>
              </a:lnSpc>
              <a:spcBef>
                <a:spcPts val="283"/>
              </a:spcBef>
              <a:buClr>
                <a:srgbClr val="000000"/>
              </a:buClr>
              <a:buSzPct val="45000"/>
              <a:buFont typeface="Wingdings" charset="2"/>
              <a:buChar char=""/>
            </a:pPr>
            <a:r>
              <a:rPr lang="es-ES" sz="1800" b="0" strike="noStrike" spc="-1">
                <a:solidFill>
                  <a:schemeClr val="dk1"/>
                </a:solidFill>
                <a:latin typeface="Calibri"/>
              </a:rPr>
              <a:t>Quinto nivel del esquema</a:t>
            </a:r>
          </a:p>
          <a:p>
            <a:pPr marL="2592000" lvl="5" indent="-216000">
              <a:lnSpc>
                <a:spcPct val="90000"/>
              </a:lnSpc>
              <a:spcBef>
                <a:spcPts val="283"/>
              </a:spcBef>
              <a:buClr>
                <a:srgbClr val="000000"/>
              </a:buClr>
              <a:buSzPct val="45000"/>
              <a:buFont typeface="Wingdings" charset="2"/>
              <a:buChar char=""/>
            </a:pPr>
            <a:r>
              <a:rPr lang="es-ES" sz="1800" b="0" strike="noStrike" spc="-1">
                <a:solidFill>
                  <a:schemeClr val="dk1"/>
                </a:solidFill>
                <a:latin typeface="Calibri"/>
              </a:rPr>
              <a:t>Sexto nivel del esquema</a:t>
            </a:r>
          </a:p>
          <a:p>
            <a:pPr marL="3024000" lvl="6" indent="-216000">
              <a:lnSpc>
                <a:spcPct val="90000"/>
              </a:lnSpc>
              <a:spcBef>
                <a:spcPts val="283"/>
              </a:spcBef>
              <a:buClr>
                <a:srgbClr val="000000"/>
              </a:buClr>
              <a:buSzPct val="45000"/>
              <a:buFont typeface="Wingdings" charset="2"/>
              <a:buChar char=""/>
            </a:pPr>
            <a:r>
              <a:rPr lang="es-ES" sz="1800" b="0" strike="noStrike" spc="-1">
                <a:solidFill>
                  <a:schemeClr val="dk1"/>
                </a:solidFill>
                <a:latin typeface="Calibri"/>
              </a:rPr>
              <a:t>Séptimo nivel del esquema</a:t>
            </a:r>
          </a:p>
        </p:txBody>
      </p:sp>
      <p:sp>
        <p:nvSpPr>
          <p:cNvPr id="25" name="PlaceHolder 3"/>
          <p:cNvSpPr>
            <a:spLocks noGrp="1"/>
          </p:cNvSpPr>
          <p:nvPr>
            <p:ph type="body"/>
          </p:nvPr>
        </p:nvSpPr>
        <p:spPr>
          <a:xfrm>
            <a:off x="6226200" y="1825560"/>
            <a:ext cx="5130720" cy="4350240"/>
          </a:xfrm>
          <a:prstGeom prst="rect">
            <a:avLst/>
          </a:prstGeom>
          <a:noFill/>
          <a:ln w="0">
            <a:noFill/>
          </a:ln>
        </p:spPr>
        <p:txBody>
          <a:bodyPr lIns="0" tIns="0" rIns="0" bIns="0" anchor="t">
            <a:normAutofit/>
          </a:bodyPr>
          <a:lstStyle/>
          <a:p>
            <a:pPr marL="432000" indent="-324000">
              <a:lnSpc>
                <a:spcPct val="90000"/>
              </a:lnSpc>
              <a:spcBef>
                <a:spcPts val="1417"/>
              </a:spcBef>
              <a:buClr>
                <a:srgbClr val="000000"/>
              </a:buClr>
              <a:buSzPct val="45000"/>
              <a:buFont typeface="Wingdings" charset="2"/>
              <a:buChar char=""/>
            </a:pPr>
            <a:r>
              <a:rPr lang="es-ES" sz="1800" b="0" strike="noStrike" spc="-1">
                <a:solidFill>
                  <a:schemeClr val="dk1"/>
                </a:solidFill>
                <a:latin typeface="Calibri"/>
              </a:rPr>
              <a:t>Pulse para editar el formato de texto del esquema</a:t>
            </a:r>
          </a:p>
          <a:p>
            <a:pPr marL="864000" lvl="1" indent="-324000">
              <a:lnSpc>
                <a:spcPct val="90000"/>
              </a:lnSpc>
              <a:spcBef>
                <a:spcPts val="1134"/>
              </a:spcBef>
              <a:buClr>
                <a:srgbClr val="000000"/>
              </a:buClr>
              <a:buSzPct val="75000"/>
              <a:buFont typeface="Symbol" charset="2"/>
              <a:buChar char=""/>
            </a:pPr>
            <a:r>
              <a:rPr lang="es-ES" sz="1800" b="0" strike="noStrike" spc="-1">
                <a:solidFill>
                  <a:schemeClr val="dk1"/>
                </a:solidFill>
                <a:latin typeface="Calibri"/>
              </a:rPr>
              <a:t>Segundo nivel del esquema</a:t>
            </a:r>
          </a:p>
          <a:p>
            <a:pPr marL="1296000" lvl="2" indent="-288000">
              <a:lnSpc>
                <a:spcPct val="90000"/>
              </a:lnSpc>
              <a:spcBef>
                <a:spcPts val="850"/>
              </a:spcBef>
              <a:buClr>
                <a:srgbClr val="000000"/>
              </a:buClr>
              <a:buSzPct val="45000"/>
              <a:buFont typeface="Wingdings" charset="2"/>
              <a:buChar char=""/>
            </a:pPr>
            <a:r>
              <a:rPr lang="es-ES" sz="1800" b="0" strike="noStrike" spc="-1">
                <a:solidFill>
                  <a:schemeClr val="dk1"/>
                </a:solidFill>
                <a:latin typeface="Calibri"/>
              </a:rPr>
              <a:t>Tercer nivel del esquema</a:t>
            </a:r>
          </a:p>
          <a:p>
            <a:pPr marL="1728000" lvl="3" indent="-216000">
              <a:lnSpc>
                <a:spcPct val="90000"/>
              </a:lnSpc>
              <a:spcBef>
                <a:spcPts val="567"/>
              </a:spcBef>
              <a:buClr>
                <a:srgbClr val="000000"/>
              </a:buClr>
              <a:buSzPct val="75000"/>
              <a:buFont typeface="Symbol" charset="2"/>
              <a:buChar char=""/>
            </a:pPr>
            <a:r>
              <a:rPr lang="es-ES" sz="1800" b="0" strike="noStrike" spc="-1">
                <a:solidFill>
                  <a:schemeClr val="dk1"/>
                </a:solidFill>
                <a:latin typeface="Calibri"/>
              </a:rPr>
              <a:t>Cuarto nivel del esquema</a:t>
            </a:r>
          </a:p>
          <a:p>
            <a:pPr marL="2160000" lvl="4" indent="-216000">
              <a:lnSpc>
                <a:spcPct val="90000"/>
              </a:lnSpc>
              <a:spcBef>
                <a:spcPts val="283"/>
              </a:spcBef>
              <a:buClr>
                <a:srgbClr val="000000"/>
              </a:buClr>
              <a:buSzPct val="45000"/>
              <a:buFont typeface="Wingdings" charset="2"/>
              <a:buChar char=""/>
            </a:pPr>
            <a:r>
              <a:rPr lang="es-ES" sz="1800" b="0" strike="noStrike" spc="-1">
                <a:solidFill>
                  <a:schemeClr val="dk1"/>
                </a:solidFill>
                <a:latin typeface="Calibri"/>
              </a:rPr>
              <a:t>Quinto nivel del esquema</a:t>
            </a:r>
          </a:p>
          <a:p>
            <a:pPr marL="2592000" lvl="5" indent="-216000">
              <a:lnSpc>
                <a:spcPct val="90000"/>
              </a:lnSpc>
              <a:spcBef>
                <a:spcPts val="283"/>
              </a:spcBef>
              <a:buClr>
                <a:srgbClr val="000000"/>
              </a:buClr>
              <a:buSzPct val="45000"/>
              <a:buFont typeface="Wingdings" charset="2"/>
              <a:buChar char=""/>
            </a:pPr>
            <a:r>
              <a:rPr lang="es-ES" sz="1800" b="0" strike="noStrike" spc="-1">
                <a:solidFill>
                  <a:schemeClr val="dk1"/>
                </a:solidFill>
                <a:latin typeface="Calibri"/>
              </a:rPr>
              <a:t>Sexto nivel del esquema</a:t>
            </a:r>
          </a:p>
          <a:p>
            <a:pPr marL="3024000" lvl="6" indent="-216000">
              <a:lnSpc>
                <a:spcPct val="90000"/>
              </a:lnSpc>
              <a:spcBef>
                <a:spcPts val="283"/>
              </a:spcBef>
              <a:buClr>
                <a:srgbClr val="000000"/>
              </a:buClr>
              <a:buSzPct val="45000"/>
              <a:buFont typeface="Wingdings" charset="2"/>
              <a:buChar char=""/>
            </a:pPr>
            <a:r>
              <a:rPr lang="es-ES" sz="1800" b="0" strike="noStrike" spc="-1">
                <a:solidFill>
                  <a:schemeClr val="dk1"/>
                </a:solidFill>
                <a:latin typeface="Calibri"/>
              </a:rPr>
              <a:t>Séptimo nivel del esquema</a:t>
            </a:r>
          </a:p>
        </p:txBody>
      </p:sp>
      <p:sp>
        <p:nvSpPr>
          <p:cNvPr id="26" name="PlaceHolder 4"/>
          <p:cNvSpPr>
            <a:spLocks noGrp="1"/>
          </p:cNvSpPr>
          <p:nvPr>
            <p:ph type="ftr" idx="16"/>
          </p:nvPr>
        </p:nvSpPr>
        <p:spPr>
          <a:xfrm>
            <a:off x="4038480" y="6356520"/>
            <a:ext cx="4113720" cy="36396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s-ES" sz="1400" b="0" strike="noStrike" spc="-1">
                <a:solidFill>
                  <a:srgbClr val="000000"/>
                </a:solidFill>
                <a:latin typeface="Times New Roman"/>
              </a:defRPr>
            </a:lvl1pPr>
          </a:lstStyle>
          <a:p>
            <a:pPr indent="0" algn="ctr" defTabSz="914400">
              <a:lnSpc>
                <a:spcPct val="100000"/>
              </a:lnSpc>
              <a:buNone/>
              <a:tabLst>
                <a:tab pos="0" algn="l"/>
              </a:tabLst>
            </a:pPr>
            <a:r>
              <a:rPr lang="es-ES" sz="1400" b="0" strike="noStrike" spc="-1">
                <a:solidFill>
                  <a:srgbClr val="000000"/>
                </a:solidFill>
                <a:latin typeface="Times New Roman"/>
              </a:rPr>
              <a:t>&lt;pie de página&gt;</a:t>
            </a:r>
          </a:p>
        </p:txBody>
      </p:sp>
      <p:sp>
        <p:nvSpPr>
          <p:cNvPr id="27" name="PlaceHolder 5"/>
          <p:cNvSpPr>
            <a:spLocks noGrp="1"/>
          </p:cNvSpPr>
          <p:nvPr>
            <p:ph type="sldNum" idx="17"/>
          </p:nvPr>
        </p:nvSpPr>
        <p:spPr>
          <a:xfrm>
            <a:off x="8610480" y="6356520"/>
            <a:ext cx="2742120" cy="36396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strike="noStrike" spc="-1">
                <a:solidFill>
                  <a:schemeClr val="dk1">
                    <a:tint val="75000"/>
                  </a:schemeClr>
                </a:solidFill>
                <a:latin typeface="Calibri"/>
              </a:defRPr>
            </a:lvl1pPr>
          </a:lstStyle>
          <a:p>
            <a:pPr indent="0" algn="r" defTabSz="914400">
              <a:lnSpc>
                <a:spcPct val="100000"/>
              </a:lnSpc>
              <a:buNone/>
              <a:tabLst>
                <a:tab pos="0" algn="l"/>
              </a:tabLst>
            </a:pPr>
            <a:fld id="{88FCD6AF-C0E2-4062-8CE6-BB8E06ED978F}" type="slidenum">
              <a:rPr lang="es-ES" sz="1200" b="0" strike="noStrike" spc="-1">
                <a:solidFill>
                  <a:schemeClr val="dk1">
                    <a:tint val="75000"/>
                  </a:schemeClr>
                </a:solidFill>
                <a:latin typeface="Calibri"/>
              </a:rPr>
              <a:t>‹Nº›</a:t>
            </a:fld>
            <a:endParaRPr lang="es-ES" sz="1200" b="0" strike="noStrike" spc="-1">
              <a:solidFill>
                <a:srgbClr val="000000"/>
              </a:solidFill>
              <a:latin typeface="Times New Roman"/>
            </a:endParaRPr>
          </a:p>
        </p:txBody>
      </p:sp>
      <p:sp>
        <p:nvSpPr>
          <p:cNvPr id="28" name="PlaceHolder 6"/>
          <p:cNvSpPr>
            <a:spLocks noGrp="1"/>
          </p:cNvSpPr>
          <p:nvPr>
            <p:ph type="dt" idx="18"/>
          </p:nvPr>
        </p:nvSpPr>
        <p:spPr>
          <a:xfrm>
            <a:off x="838080" y="6356520"/>
            <a:ext cx="2742120" cy="36396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Tree>
  </p:cSld>
  <p:clrMap bg1="lt1" tx1="dk1" bg2="lt2" tx2="dk2" accent1="accent1" accent2="accent2" accent3="accent3" accent4="accent4" accent5="accent5" accent6="accent6" hlink="hlink" folHlink="folHlink"/>
  <p:sldLayoutIdLst>
    <p:sldLayoutId id="214748365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2" name="PlaceHolder 1"/>
          <p:cNvSpPr>
            <a:spLocks noGrp="1"/>
          </p:cNvSpPr>
          <p:nvPr>
            <p:ph type="ftr" idx="19"/>
          </p:nvPr>
        </p:nvSpPr>
        <p:spPr>
          <a:xfrm>
            <a:off x="4038480" y="6356520"/>
            <a:ext cx="4113720" cy="36396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s-ES" sz="1400" b="0" strike="noStrike" spc="-1">
                <a:solidFill>
                  <a:srgbClr val="000000"/>
                </a:solidFill>
                <a:latin typeface="Times New Roman"/>
              </a:defRPr>
            </a:lvl1pPr>
          </a:lstStyle>
          <a:p>
            <a:pPr indent="0" algn="ctr" defTabSz="914400">
              <a:lnSpc>
                <a:spcPct val="100000"/>
              </a:lnSpc>
              <a:buNone/>
              <a:tabLst>
                <a:tab pos="0" algn="l"/>
              </a:tabLst>
            </a:pPr>
            <a:r>
              <a:rPr lang="es-ES" sz="1400" b="0" strike="noStrike" spc="-1">
                <a:solidFill>
                  <a:srgbClr val="000000"/>
                </a:solidFill>
                <a:latin typeface="Times New Roman"/>
              </a:rPr>
              <a:t>&lt;pie de página&gt;</a:t>
            </a:r>
          </a:p>
        </p:txBody>
      </p:sp>
      <p:sp>
        <p:nvSpPr>
          <p:cNvPr id="33" name="PlaceHolder 2"/>
          <p:cNvSpPr>
            <a:spLocks noGrp="1"/>
          </p:cNvSpPr>
          <p:nvPr>
            <p:ph type="sldNum" idx="20"/>
          </p:nvPr>
        </p:nvSpPr>
        <p:spPr>
          <a:xfrm>
            <a:off x="8610480" y="6356520"/>
            <a:ext cx="2742120" cy="36396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strike="noStrike" spc="-1">
                <a:solidFill>
                  <a:schemeClr val="dk1">
                    <a:tint val="75000"/>
                  </a:schemeClr>
                </a:solidFill>
                <a:latin typeface="Calibri"/>
              </a:defRPr>
            </a:lvl1pPr>
          </a:lstStyle>
          <a:p>
            <a:pPr indent="0" algn="r" defTabSz="914400">
              <a:lnSpc>
                <a:spcPct val="100000"/>
              </a:lnSpc>
              <a:buNone/>
              <a:tabLst>
                <a:tab pos="0" algn="l"/>
              </a:tabLst>
            </a:pPr>
            <a:fld id="{37360C1C-65C2-4FD0-BE6C-9D0F1F2F1038}" type="slidenum">
              <a:rPr lang="es-ES" sz="1200" b="0" strike="noStrike" spc="-1">
                <a:solidFill>
                  <a:schemeClr val="dk1">
                    <a:tint val="75000"/>
                  </a:schemeClr>
                </a:solidFill>
                <a:latin typeface="Calibri"/>
              </a:rPr>
              <a:t>‹Nº›</a:t>
            </a:fld>
            <a:endParaRPr lang="es-ES" sz="1200" b="0" strike="noStrike" spc="-1">
              <a:solidFill>
                <a:srgbClr val="000000"/>
              </a:solidFill>
              <a:latin typeface="Times New Roman"/>
            </a:endParaRPr>
          </a:p>
        </p:txBody>
      </p:sp>
      <p:sp>
        <p:nvSpPr>
          <p:cNvPr id="34" name="PlaceHolder 3"/>
          <p:cNvSpPr>
            <a:spLocks noGrp="1"/>
          </p:cNvSpPr>
          <p:nvPr>
            <p:ph type="dt" idx="21"/>
          </p:nvPr>
        </p:nvSpPr>
        <p:spPr>
          <a:xfrm>
            <a:off x="838080" y="6356520"/>
            <a:ext cx="2742120" cy="36396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Tree>
  </p:cSld>
  <p:clrMap bg1="lt1" tx1="dk1" bg2="lt2" tx2="dk2" accent1="accent1" accent2="accent2" accent3="accent3" accent4="accent4" accent5="accent5" accent6="accent6" hlink="hlink" folHlink="folHlink"/>
  <p:sldLayoutIdLst>
    <p:sldLayoutId id="214748366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5" name="PlaceHolder 1"/>
          <p:cNvSpPr>
            <a:spLocks noGrp="1"/>
          </p:cNvSpPr>
          <p:nvPr>
            <p:ph type="title"/>
          </p:nvPr>
        </p:nvSpPr>
        <p:spPr>
          <a:xfrm>
            <a:off x="838080" y="365040"/>
            <a:ext cx="10514520" cy="1324440"/>
          </a:xfrm>
          <a:prstGeom prst="rect">
            <a:avLst/>
          </a:prstGeom>
          <a:noFill/>
          <a:ln w="0">
            <a:noFill/>
          </a:ln>
        </p:spPr>
        <p:txBody>
          <a:bodyPr lIns="0" tIns="0" rIns="0" bIns="0" anchor="ctr">
            <a:noAutofit/>
          </a:bodyPr>
          <a:lstStyle/>
          <a:p>
            <a:pPr indent="0">
              <a:buNone/>
            </a:pPr>
            <a:r>
              <a:rPr lang="es-ES" sz="4400" b="0" strike="noStrike" spc="-1">
                <a:solidFill>
                  <a:schemeClr val="dk1"/>
                </a:solidFill>
                <a:latin typeface="Calibri"/>
              </a:rPr>
              <a:t>Pulse para editar el formato del texto de título</a:t>
            </a:r>
          </a:p>
        </p:txBody>
      </p:sp>
      <p:sp>
        <p:nvSpPr>
          <p:cNvPr id="36" name="PlaceHolder 2"/>
          <p:cNvSpPr>
            <a:spLocks noGrp="1"/>
          </p:cNvSpPr>
          <p:nvPr>
            <p:ph type="ftr" idx="22"/>
          </p:nvPr>
        </p:nvSpPr>
        <p:spPr>
          <a:xfrm>
            <a:off x="4038480" y="6356520"/>
            <a:ext cx="4113720" cy="36396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s-ES" sz="1400" b="0" strike="noStrike" spc="-1">
                <a:solidFill>
                  <a:srgbClr val="000000"/>
                </a:solidFill>
                <a:latin typeface="Times New Roman"/>
              </a:defRPr>
            </a:lvl1pPr>
          </a:lstStyle>
          <a:p>
            <a:pPr indent="0" algn="ctr" defTabSz="914400">
              <a:lnSpc>
                <a:spcPct val="100000"/>
              </a:lnSpc>
              <a:buNone/>
              <a:tabLst>
                <a:tab pos="0" algn="l"/>
              </a:tabLst>
            </a:pPr>
            <a:r>
              <a:rPr lang="es-ES" sz="1400" b="0" strike="noStrike" spc="-1">
                <a:solidFill>
                  <a:srgbClr val="000000"/>
                </a:solidFill>
                <a:latin typeface="Times New Roman"/>
              </a:rPr>
              <a:t>&lt;pie de página&gt;</a:t>
            </a:r>
          </a:p>
        </p:txBody>
      </p:sp>
      <p:sp>
        <p:nvSpPr>
          <p:cNvPr id="37" name="PlaceHolder 3"/>
          <p:cNvSpPr>
            <a:spLocks noGrp="1"/>
          </p:cNvSpPr>
          <p:nvPr>
            <p:ph type="sldNum" idx="23"/>
          </p:nvPr>
        </p:nvSpPr>
        <p:spPr>
          <a:xfrm>
            <a:off x="8610480" y="6356520"/>
            <a:ext cx="2742120" cy="36396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strike="noStrike" spc="-1">
                <a:solidFill>
                  <a:schemeClr val="dk1">
                    <a:tint val="75000"/>
                  </a:schemeClr>
                </a:solidFill>
                <a:latin typeface="Calibri"/>
              </a:defRPr>
            </a:lvl1pPr>
          </a:lstStyle>
          <a:p>
            <a:pPr indent="0" algn="r" defTabSz="914400">
              <a:lnSpc>
                <a:spcPct val="100000"/>
              </a:lnSpc>
              <a:buNone/>
              <a:tabLst>
                <a:tab pos="0" algn="l"/>
              </a:tabLst>
            </a:pPr>
            <a:fld id="{E8C8E2F2-7B5D-4EC3-A0A1-02097A6CCE76}" type="slidenum">
              <a:rPr lang="es-ES" sz="1200" b="0" strike="noStrike" spc="-1">
                <a:solidFill>
                  <a:schemeClr val="dk1">
                    <a:tint val="75000"/>
                  </a:schemeClr>
                </a:solidFill>
                <a:latin typeface="Calibri"/>
              </a:rPr>
              <a:t>‹Nº›</a:t>
            </a:fld>
            <a:endParaRPr lang="es-ES" sz="1200" b="0" strike="noStrike" spc="-1">
              <a:solidFill>
                <a:srgbClr val="000000"/>
              </a:solidFill>
              <a:latin typeface="Times New Roman"/>
            </a:endParaRPr>
          </a:p>
        </p:txBody>
      </p:sp>
      <p:sp>
        <p:nvSpPr>
          <p:cNvPr id="38" name="PlaceHolder 4"/>
          <p:cNvSpPr>
            <a:spLocks noGrp="1"/>
          </p:cNvSpPr>
          <p:nvPr>
            <p:ph type="dt" idx="24"/>
          </p:nvPr>
        </p:nvSpPr>
        <p:spPr>
          <a:xfrm>
            <a:off x="838080" y="6356520"/>
            <a:ext cx="2742120" cy="36396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Tree>
  </p:cSld>
  <p:clrMap bg1="lt1" tx1="dk1" bg2="lt2" tx2="dk2" accent1="accent1" accent2="accent2" accent3="accent3" accent4="accent4" accent5="accent5" accent6="accent6" hlink="hlink" folHlink="folHlink"/>
  <p:sldLayoutIdLst>
    <p:sldLayoutId id="214748366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0" name="PlaceHolder 1"/>
          <p:cNvSpPr>
            <a:spLocks noGrp="1"/>
          </p:cNvSpPr>
          <p:nvPr>
            <p:ph type="ftr" idx="25"/>
          </p:nvPr>
        </p:nvSpPr>
        <p:spPr>
          <a:xfrm>
            <a:off x="4038480" y="6356520"/>
            <a:ext cx="4113720" cy="36396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s-ES" sz="1400" b="0" strike="noStrike" spc="-1">
                <a:solidFill>
                  <a:srgbClr val="000000"/>
                </a:solidFill>
                <a:latin typeface="Times New Roman"/>
              </a:defRPr>
            </a:lvl1pPr>
          </a:lstStyle>
          <a:p>
            <a:pPr indent="0" algn="ctr" defTabSz="914400">
              <a:lnSpc>
                <a:spcPct val="100000"/>
              </a:lnSpc>
              <a:buNone/>
              <a:tabLst>
                <a:tab pos="0" algn="l"/>
              </a:tabLst>
            </a:pPr>
            <a:r>
              <a:rPr lang="es-ES" sz="1400" b="0" strike="noStrike" spc="-1">
                <a:solidFill>
                  <a:srgbClr val="000000"/>
                </a:solidFill>
                <a:latin typeface="Times New Roman"/>
              </a:rPr>
              <a:t>&lt;pie de página&gt;</a:t>
            </a:r>
          </a:p>
        </p:txBody>
      </p:sp>
      <p:sp>
        <p:nvSpPr>
          <p:cNvPr id="41" name="PlaceHolder 2"/>
          <p:cNvSpPr>
            <a:spLocks noGrp="1"/>
          </p:cNvSpPr>
          <p:nvPr>
            <p:ph type="sldNum" idx="26"/>
          </p:nvPr>
        </p:nvSpPr>
        <p:spPr>
          <a:xfrm>
            <a:off x="8610480" y="6356520"/>
            <a:ext cx="2742120" cy="36396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strike="noStrike" spc="-1">
                <a:solidFill>
                  <a:schemeClr val="dk1">
                    <a:tint val="75000"/>
                  </a:schemeClr>
                </a:solidFill>
                <a:latin typeface="Calibri"/>
              </a:defRPr>
            </a:lvl1pPr>
          </a:lstStyle>
          <a:p>
            <a:pPr indent="0" algn="r" defTabSz="914400">
              <a:lnSpc>
                <a:spcPct val="100000"/>
              </a:lnSpc>
              <a:buNone/>
              <a:tabLst>
                <a:tab pos="0" algn="l"/>
              </a:tabLst>
            </a:pPr>
            <a:fld id="{0725CC83-7D75-44FF-97F5-1E5C2D1D9828}" type="slidenum">
              <a:rPr lang="es-ES" sz="1200" b="0" strike="noStrike" spc="-1">
                <a:solidFill>
                  <a:schemeClr val="dk1">
                    <a:tint val="75000"/>
                  </a:schemeClr>
                </a:solidFill>
                <a:latin typeface="Calibri"/>
              </a:rPr>
              <a:t>‹Nº›</a:t>
            </a:fld>
            <a:endParaRPr lang="es-ES" sz="1200" b="0" strike="noStrike" spc="-1">
              <a:solidFill>
                <a:srgbClr val="000000"/>
              </a:solidFill>
              <a:latin typeface="Times New Roman"/>
            </a:endParaRPr>
          </a:p>
        </p:txBody>
      </p:sp>
      <p:sp>
        <p:nvSpPr>
          <p:cNvPr id="42" name="PlaceHolder 3"/>
          <p:cNvSpPr>
            <a:spLocks noGrp="1"/>
          </p:cNvSpPr>
          <p:nvPr>
            <p:ph type="dt" idx="27"/>
          </p:nvPr>
        </p:nvSpPr>
        <p:spPr>
          <a:xfrm>
            <a:off x="838080" y="6356520"/>
            <a:ext cx="2742120" cy="36396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Tree>
  </p:cSld>
  <p:clrMap bg1="lt1" tx1="dk1" bg2="lt2" tx2="dk2" accent1="accent1" accent2="accent2" accent3="accent3" accent4="accent4" accent5="accent5" accent6="accent6" hlink="hlink" folHlink="folHlink"/>
  <p:sldLayoutIdLst>
    <p:sldLayoutId id="214748366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3" name="PlaceHolder 1"/>
          <p:cNvSpPr>
            <a:spLocks noGrp="1"/>
          </p:cNvSpPr>
          <p:nvPr>
            <p:ph type="ftr" idx="28"/>
          </p:nvPr>
        </p:nvSpPr>
        <p:spPr>
          <a:xfrm>
            <a:off x="4038480" y="6356520"/>
            <a:ext cx="4113720" cy="36396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s-ES" sz="1400" b="0" strike="noStrike" spc="-1">
                <a:solidFill>
                  <a:srgbClr val="000000"/>
                </a:solidFill>
                <a:latin typeface="Times New Roman"/>
              </a:defRPr>
            </a:lvl1pPr>
          </a:lstStyle>
          <a:p>
            <a:pPr indent="0" algn="ctr" defTabSz="914400">
              <a:lnSpc>
                <a:spcPct val="100000"/>
              </a:lnSpc>
              <a:buNone/>
              <a:tabLst>
                <a:tab pos="0" algn="l"/>
              </a:tabLst>
            </a:pPr>
            <a:r>
              <a:rPr lang="es-ES" sz="1400" b="0" strike="noStrike" spc="-1">
                <a:solidFill>
                  <a:srgbClr val="000000"/>
                </a:solidFill>
                <a:latin typeface="Times New Roman"/>
              </a:rPr>
              <a:t>&lt;pie de página&gt;</a:t>
            </a:r>
          </a:p>
        </p:txBody>
      </p:sp>
      <p:sp>
        <p:nvSpPr>
          <p:cNvPr id="44" name="PlaceHolder 2"/>
          <p:cNvSpPr>
            <a:spLocks noGrp="1"/>
          </p:cNvSpPr>
          <p:nvPr>
            <p:ph type="sldNum" idx="29"/>
          </p:nvPr>
        </p:nvSpPr>
        <p:spPr>
          <a:xfrm>
            <a:off x="8610480" y="6356520"/>
            <a:ext cx="2742120" cy="36396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strike="noStrike" spc="-1">
                <a:solidFill>
                  <a:schemeClr val="dk1">
                    <a:tint val="75000"/>
                  </a:schemeClr>
                </a:solidFill>
                <a:latin typeface="Calibri"/>
              </a:defRPr>
            </a:lvl1pPr>
          </a:lstStyle>
          <a:p>
            <a:pPr indent="0" algn="r" defTabSz="914400">
              <a:lnSpc>
                <a:spcPct val="100000"/>
              </a:lnSpc>
              <a:buNone/>
              <a:tabLst>
                <a:tab pos="0" algn="l"/>
              </a:tabLst>
            </a:pPr>
            <a:fld id="{0FA60430-CD6C-46C0-A094-497D6F610003}" type="slidenum">
              <a:rPr lang="es-ES" sz="1200" b="0" strike="noStrike" spc="-1">
                <a:solidFill>
                  <a:schemeClr val="dk1">
                    <a:tint val="75000"/>
                  </a:schemeClr>
                </a:solidFill>
                <a:latin typeface="Calibri"/>
              </a:rPr>
              <a:t>‹Nº›</a:t>
            </a:fld>
            <a:endParaRPr lang="es-ES" sz="1200" b="0" strike="noStrike" spc="-1">
              <a:solidFill>
                <a:srgbClr val="000000"/>
              </a:solidFill>
              <a:latin typeface="Times New Roman"/>
            </a:endParaRPr>
          </a:p>
        </p:txBody>
      </p:sp>
      <p:sp>
        <p:nvSpPr>
          <p:cNvPr id="45" name="PlaceHolder 3"/>
          <p:cNvSpPr>
            <a:spLocks noGrp="1"/>
          </p:cNvSpPr>
          <p:nvPr>
            <p:ph type="dt" idx="30"/>
          </p:nvPr>
        </p:nvSpPr>
        <p:spPr>
          <a:xfrm>
            <a:off x="838080" y="6356520"/>
            <a:ext cx="2742120" cy="36396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Tree>
  </p:cSld>
  <p:clrMap bg1="lt1" tx1="dk1" bg2="lt2" tx2="dk2" accent1="accent1" accent2="accent2" accent3="accent3" accent4="accent4" accent5="accent5" accent6="accent6" hlink="hlink" folHlink="folHlink"/>
  <p:sldLayoutIdLst>
    <p:sldLayoutId id="214748366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6" name="PlaceHolder 1"/>
          <p:cNvSpPr>
            <a:spLocks noGrp="1"/>
          </p:cNvSpPr>
          <p:nvPr>
            <p:ph type="ftr" idx="31"/>
          </p:nvPr>
        </p:nvSpPr>
        <p:spPr>
          <a:xfrm>
            <a:off x="4038480" y="6356520"/>
            <a:ext cx="4113720" cy="36396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s-ES" sz="1400" b="0" strike="noStrike" spc="-1">
                <a:solidFill>
                  <a:srgbClr val="000000"/>
                </a:solidFill>
                <a:latin typeface="Times New Roman"/>
              </a:defRPr>
            </a:lvl1pPr>
          </a:lstStyle>
          <a:p>
            <a:pPr indent="0" algn="ctr" defTabSz="914400">
              <a:lnSpc>
                <a:spcPct val="100000"/>
              </a:lnSpc>
              <a:buNone/>
              <a:tabLst>
                <a:tab pos="0" algn="l"/>
              </a:tabLst>
            </a:pPr>
            <a:r>
              <a:rPr lang="es-ES" sz="1400" b="0" strike="noStrike" spc="-1">
                <a:solidFill>
                  <a:srgbClr val="000000"/>
                </a:solidFill>
                <a:latin typeface="Times New Roman"/>
              </a:rPr>
              <a:t>&lt;pie de página&gt;</a:t>
            </a:r>
          </a:p>
        </p:txBody>
      </p:sp>
      <p:sp>
        <p:nvSpPr>
          <p:cNvPr id="47" name="PlaceHolder 2"/>
          <p:cNvSpPr>
            <a:spLocks noGrp="1"/>
          </p:cNvSpPr>
          <p:nvPr>
            <p:ph type="sldNum" idx="32"/>
          </p:nvPr>
        </p:nvSpPr>
        <p:spPr>
          <a:xfrm>
            <a:off x="8610480" y="6356520"/>
            <a:ext cx="2742120" cy="36396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strike="noStrike" spc="-1">
                <a:solidFill>
                  <a:schemeClr val="dk1">
                    <a:tint val="75000"/>
                  </a:schemeClr>
                </a:solidFill>
                <a:latin typeface="Calibri"/>
              </a:defRPr>
            </a:lvl1pPr>
          </a:lstStyle>
          <a:p>
            <a:pPr indent="0" algn="r" defTabSz="914400">
              <a:lnSpc>
                <a:spcPct val="100000"/>
              </a:lnSpc>
              <a:buNone/>
              <a:tabLst>
                <a:tab pos="0" algn="l"/>
              </a:tabLst>
            </a:pPr>
            <a:fld id="{99823C5C-7FC8-4D9E-8929-9D1141BAD269}" type="slidenum">
              <a:rPr lang="es-ES" sz="1200" b="0" strike="noStrike" spc="-1">
                <a:solidFill>
                  <a:schemeClr val="dk1">
                    <a:tint val="75000"/>
                  </a:schemeClr>
                </a:solidFill>
                <a:latin typeface="Calibri"/>
              </a:rPr>
              <a:t>‹Nº›</a:t>
            </a:fld>
            <a:endParaRPr lang="es-ES" sz="1200" b="0" strike="noStrike" spc="-1">
              <a:solidFill>
                <a:srgbClr val="000000"/>
              </a:solidFill>
              <a:latin typeface="Times New Roman"/>
            </a:endParaRPr>
          </a:p>
        </p:txBody>
      </p:sp>
      <p:sp>
        <p:nvSpPr>
          <p:cNvPr id="48" name="PlaceHolder 3"/>
          <p:cNvSpPr>
            <a:spLocks noGrp="1"/>
          </p:cNvSpPr>
          <p:nvPr>
            <p:ph type="dt" idx="33"/>
          </p:nvPr>
        </p:nvSpPr>
        <p:spPr>
          <a:xfrm>
            <a:off x="838080" y="6356520"/>
            <a:ext cx="2742120" cy="36396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Tree>
  </p:cSld>
  <p:clrMap bg1="lt1" tx1="dk1" bg2="lt2" tx2="dk2" accent1="accent1" accent2="accent2" accent3="accent3" accent4="accent4" accent5="accent5" accent6="accent6" hlink="hlink" folHlink="folHlink"/>
  <p:sldLayoutIdLst>
    <p:sldLayoutId id="214748366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gif"/><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slide" Target="slide10.xml"/><Relationship Id="rId3" Type="http://schemas.openxmlformats.org/officeDocument/2006/relationships/image" Target="../media/image3.png"/><Relationship Id="rId7" Type="http://schemas.openxmlformats.org/officeDocument/2006/relationships/image" Target="../media/image5.png"/><Relationship Id="rId2" Type="http://schemas.openxmlformats.org/officeDocument/2006/relationships/slide" Target="slide2.xml"/><Relationship Id="rId1" Type="http://schemas.openxmlformats.org/officeDocument/2006/relationships/slideLayout" Target="../slideLayouts/slideLayout4.xml"/><Relationship Id="rId6" Type="http://schemas.openxmlformats.org/officeDocument/2006/relationships/slide" Target="slide14.xml"/><Relationship Id="rId5" Type="http://schemas.openxmlformats.org/officeDocument/2006/relationships/image" Target="../media/image4.png"/><Relationship Id="rId10" Type="http://schemas.openxmlformats.org/officeDocument/2006/relationships/image" Target="../media/image7.png"/><Relationship Id="rId4" Type="http://schemas.openxmlformats.org/officeDocument/2006/relationships/slide" Target="slide11.xml"/><Relationship Id="rId9"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 Target="slide10.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4.xml"/><Relationship Id="rId6" Type="http://schemas.openxmlformats.org/officeDocument/2006/relationships/image" Target="../media/image6.png"/><Relationship Id="rId5" Type="http://schemas.openxmlformats.org/officeDocument/2006/relationships/slide" Target="slide10.xml"/><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 Target="slide10.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9" name="Imagen 8"/>
          <p:cNvPicPr/>
          <p:nvPr/>
        </p:nvPicPr>
        <p:blipFill>
          <a:blip r:embed="rId2"/>
          <a:stretch/>
        </p:blipFill>
        <p:spPr>
          <a:xfrm>
            <a:off x="0" y="-2160"/>
            <a:ext cx="12186000" cy="6854400"/>
          </a:xfrm>
          <a:prstGeom prst="rect">
            <a:avLst/>
          </a:prstGeom>
          <a:ln w="0">
            <a:noFill/>
          </a:ln>
        </p:spPr>
      </p:pic>
      <p:pic>
        <p:nvPicPr>
          <p:cNvPr id="50" name="Imagen 5"/>
          <p:cNvPicPr/>
          <p:nvPr/>
        </p:nvPicPr>
        <p:blipFill>
          <a:blip r:embed="rId3"/>
          <a:stretch/>
        </p:blipFill>
        <p:spPr>
          <a:xfrm>
            <a:off x="6091200" y="3424320"/>
            <a:ext cx="8280" cy="8280"/>
          </a:xfrm>
          <a:prstGeom prst="rect">
            <a:avLst/>
          </a:prstGeom>
          <a:ln w="0">
            <a:noFill/>
          </a:ln>
        </p:spPr>
      </p:pic>
      <p:sp>
        <p:nvSpPr>
          <p:cNvPr id="51" name="CuadroTexto 12"/>
          <p:cNvSpPr/>
          <p:nvPr/>
        </p:nvSpPr>
        <p:spPr>
          <a:xfrm>
            <a:off x="7229880" y="727920"/>
            <a:ext cx="4956480" cy="363960"/>
          </a:xfrm>
          <a:prstGeom prst="rect">
            <a:avLst/>
          </a:prstGeom>
          <a:noFill/>
          <a:ln w="0">
            <a:noFill/>
          </a:ln>
          <a:effectLst>
            <a:outerShdw blurRad="50760" dist="38160" algn="l" rotWithShape="0">
              <a:srgbClr val="000000">
                <a:alpha val="40000"/>
              </a:srgbClr>
            </a:outerShdw>
          </a:effectLst>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1800" b="1" strike="noStrike" spc="-1">
                <a:solidFill>
                  <a:schemeClr val="lt1"/>
                </a:solidFill>
                <a:latin typeface="Calibri"/>
              </a:rPr>
              <a:t>Oferta turística vs precios de vivienda en Madrid</a:t>
            </a:r>
            <a:endParaRPr lang="es-ES" sz="1800" b="0" strike="noStrike" spc="-1">
              <a:solidFill>
                <a:srgbClr val="000000"/>
              </a:solidFill>
              <a:latin typeface="Arial"/>
            </a:endParaRPr>
          </a:p>
        </p:txBody>
      </p:sp>
      <p:sp>
        <p:nvSpPr>
          <p:cNvPr id="52" name="CuadroTexto 14"/>
          <p:cNvSpPr/>
          <p:nvPr/>
        </p:nvSpPr>
        <p:spPr>
          <a:xfrm>
            <a:off x="7229880" y="1097280"/>
            <a:ext cx="4741200" cy="1431360"/>
          </a:xfrm>
          <a:prstGeom prst="rect">
            <a:avLst/>
          </a:prstGeom>
          <a:noFill/>
          <a:ln w="0">
            <a:noFill/>
          </a:ln>
          <a:effectLst>
            <a:outerShdw blurRad="50760" dist="37674" dir="2700000" algn="tl" rotWithShape="0">
              <a:srgbClr val="000000">
                <a:alpha val="40000"/>
              </a:srgbClr>
            </a:outerShdw>
          </a:effectLst>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1400" b="0" strike="noStrike" spc="-1">
                <a:solidFill>
                  <a:schemeClr val="lt1"/>
                </a:solidFill>
                <a:latin typeface="Calibri"/>
              </a:rPr>
              <a:t>Participantes:</a:t>
            </a:r>
            <a:endParaRPr lang="es-ES" sz="1400" b="0" strike="noStrike" spc="-1">
              <a:solidFill>
                <a:srgbClr val="000000"/>
              </a:solidFill>
              <a:latin typeface="Arial"/>
            </a:endParaRPr>
          </a:p>
          <a:p>
            <a:pPr algn="r" defTabSz="914400">
              <a:lnSpc>
                <a:spcPct val="100000"/>
              </a:lnSpc>
            </a:pPr>
            <a:r>
              <a:rPr lang="es-ES" sz="1400" b="0" strike="noStrike" spc="-1">
                <a:solidFill>
                  <a:schemeClr val="lt1"/>
                </a:solidFill>
                <a:latin typeface="Calibri"/>
              </a:rPr>
              <a:t>Nazareth Montero</a:t>
            </a:r>
            <a:endParaRPr lang="es-ES" sz="1400" b="0" strike="noStrike" spc="-1">
              <a:solidFill>
                <a:srgbClr val="000000"/>
              </a:solidFill>
              <a:latin typeface="Arial"/>
            </a:endParaRPr>
          </a:p>
          <a:p>
            <a:pPr algn="r" defTabSz="914400">
              <a:lnSpc>
                <a:spcPct val="100000"/>
              </a:lnSpc>
            </a:pPr>
            <a:r>
              <a:rPr lang="es-ES" sz="1400" b="0" strike="noStrike" spc="-1">
                <a:solidFill>
                  <a:schemeClr val="lt1"/>
                </a:solidFill>
                <a:latin typeface="Calibri"/>
              </a:rPr>
              <a:t>Javier Pascual</a:t>
            </a:r>
            <a:endParaRPr lang="es-ES" sz="1400" b="0" strike="noStrike" spc="-1">
              <a:solidFill>
                <a:srgbClr val="000000"/>
              </a:solidFill>
              <a:latin typeface="Arial"/>
            </a:endParaRPr>
          </a:p>
          <a:p>
            <a:pPr algn="r" defTabSz="914400">
              <a:lnSpc>
                <a:spcPct val="100000"/>
              </a:lnSpc>
            </a:pPr>
            <a:r>
              <a:rPr lang="es-ES" sz="1400" b="0" strike="noStrike" spc="-1">
                <a:solidFill>
                  <a:schemeClr val="lt1"/>
                </a:solidFill>
                <a:latin typeface="Calibri"/>
              </a:rPr>
              <a:t>Román Diaz</a:t>
            </a:r>
            <a:endParaRPr lang="es-ES" sz="1400" b="0" strike="noStrike" spc="-1">
              <a:solidFill>
                <a:srgbClr val="000000"/>
              </a:solidFill>
              <a:latin typeface="Arial"/>
            </a:endParaRPr>
          </a:p>
          <a:p>
            <a:pPr algn="r" defTabSz="914400">
              <a:lnSpc>
                <a:spcPct val="100000"/>
              </a:lnSpc>
            </a:pPr>
            <a:r>
              <a:rPr lang="es-ES" sz="1400" b="0" strike="noStrike" spc="-1">
                <a:solidFill>
                  <a:schemeClr val="lt1"/>
                </a:solidFill>
                <a:latin typeface="Calibri"/>
              </a:rPr>
              <a:t>Sara Ruiz</a:t>
            </a:r>
            <a:endParaRPr lang="es-ES" sz="1400" b="0" strike="noStrike" spc="-1">
              <a:solidFill>
                <a:srgbClr val="000000"/>
              </a:solidFill>
              <a:latin typeface="Arial"/>
            </a:endParaRPr>
          </a:p>
          <a:p>
            <a:pPr defTabSz="914400">
              <a:lnSpc>
                <a:spcPct val="100000"/>
              </a:lnSpc>
            </a:pPr>
            <a:endParaRPr lang="es-ES" sz="1800" b="0" strike="noStrike" spc="-1">
              <a:solidFill>
                <a:srgbClr val="000000"/>
              </a:solidFill>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Rectángulo 5"/>
          <p:cNvSpPr/>
          <p:nvPr/>
        </p:nvSpPr>
        <p:spPr>
          <a:xfrm>
            <a:off x="0" y="0"/>
            <a:ext cx="12191040" cy="685692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s-ES" sz="1800" b="0" strike="noStrike" spc="-1">
              <a:solidFill>
                <a:schemeClr val="lt1"/>
              </a:solidFill>
              <a:latin typeface="Calibri"/>
            </a:endParaRPr>
          </a:p>
        </p:txBody>
      </p:sp>
      <p:sp>
        <p:nvSpPr>
          <p:cNvPr id="54" name="CuadroTexto 7"/>
          <p:cNvSpPr/>
          <p:nvPr/>
        </p:nvSpPr>
        <p:spPr>
          <a:xfrm>
            <a:off x="527760" y="479520"/>
            <a:ext cx="11135160" cy="1156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s-ES" sz="7000" b="1" strike="noStrike" spc="-1">
                <a:solidFill>
                  <a:schemeClr val="accent2">
                    <a:lumMod val="50000"/>
                  </a:schemeClr>
                </a:solidFill>
                <a:latin typeface="Calibri Light"/>
              </a:rPr>
              <a:t>INDICE</a:t>
            </a:r>
            <a:endParaRPr lang="es-ES" sz="7000" b="0" strike="noStrike" spc="-1">
              <a:solidFill>
                <a:srgbClr val="000000"/>
              </a:solidFill>
              <a:latin typeface="Arial"/>
            </a:endParaRPr>
          </a:p>
        </p:txBody>
      </p:sp>
      <p:sp>
        <p:nvSpPr>
          <p:cNvPr id="55" name="CuadroTexto 8"/>
          <p:cNvSpPr/>
          <p:nvPr/>
        </p:nvSpPr>
        <p:spPr>
          <a:xfrm>
            <a:off x="576000" y="2551680"/>
            <a:ext cx="1716120" cy="668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s-ES" sz="1900" b="1" strike="noStrike" spc="-1" dirty="0">
                <a:solidFill>
                  <a:schemeClr val="accent2">
                    <a:lumMod val="50000"/>
                  </a:schemeClr>
                </a:solidFill>
                <a:latin typeface="Calibri"/>
              </a:rPr>
              <a:t>1.  Problema de negocio</a:t>
            </a:r>
            <a:endParaRPr lang="es-ES" sz="1900" b="0" strike="noStrike" spc="-1" dirty="0">
              <a:solidFill>
                <a:srgbClr val="000000"/>
              </a:solidFill>
              <a:latin typeface="Arial"/>
            </a:endParaRPr>
          </a:p>
        </p:txBody>
      </p:sp>
      <p:sp>
        <p:nvSpPr>
          <p:cNvPr id="56" name="CuadroTexto 9"/>
          <p:cNvSpPr/>
          <p:nvPr/>
        </p:nvSpPr>
        <p:spPr>
          <a:xfrm>
            <a:off x="2819520" y="2551680"/>
            <a:ext cx="1963440" cy="668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s-ES" sz="1900" b="1" strike="noStrike" spc="-1" dirty="0">
                <a:solidFill>
                  <a:schemeClr val="accent2">
                    <a:lumMod val="50000"/>
                  </a:schemeClr>
                </a:solidFill>
                <a:latin typeface="Calibri"/>
              </a:rPr>
              <a:t>2.  Planteamiento técnico</a:t>
            </a:r>
            <a:endParaRPr lang="es-ES" sz="1900" b="0" strike="noStrike" spc="-1" dirty="0">
              <a:solidFill>
                <a:srgbClr val="000000"/>
              </a:solidFill>
              <a:latin typeface="Arial"/>
            </a:endParaRPr>
          </a:p>
        </p:txBody>
      </p:sp>
      <p:sp>
        <p:nvSpPr>
          <p:cNvPr id="57" name="CuadroTexto 10"/>
          <p:cNvSpPr/>
          <p:nvPr/>
        </p:nvSpPr>
        <p:spPr>
          <a:xfrm>
            <a:off x="5310360" y="2551680"/>
            <a:ext cx="1569600" cy="668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s-ES" sz="1900" b="1" strike="noStrike" spc="-1">
                <a:solidFill>
                  <a:schemeClr val="accent2">
                    <a:lumMod val="50000"/>
                  </a:schemeClr>
                </a:solidFill>
                <a:latin typeface="Calibri"/>
              </a:rPr>
              <a:t>3.  Dataset y EDA</a:t>
            </a:r>
            <a:endParaRPr lang="es-ES" sz="1900" b="0" strike="noStrike" spc="-1">
              <a:solidFill>
                <a:srgbClr val="000000"/>
              </a:solidFill>
              <a:latin typeface="Arial"/>
            </a:endParaRPr>
          </a:p>
        </p:txBody>
      </p:sp>
      <p:sp>
        <p:nvSpPr>
          <p:cNvPr id="58" name="CuadroTexto 11"/>
          <p:cNvSpPr/>
          <p:nvPr/>
        </p:nvSpPr>
        <p:spPr>
          <a:xfrm>
            <a:off x="9504720" y="2551680"/>
            <a:ext cx="2026080" cy="3790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s-ES" sz="1900" b="1" strike="noStrike" spc="-1">
                <a:solidFill>
                  <a:schemeClr val="accent2">
                    <a:lumMod val="50000"/>
                  </a:schemeClr>
                </a:solidFill>
                <a:latin typeface="Calibri"/>
              </a:rPr>
              <a:t>5.  Conclusiones</a:t>
            </a:r>
            <a:endParaRPr lang="es-ES" sz="1900" b="0" strike="noStrike" spc="-1">
              <a:solidFill>
                <a:srgbClr val="000000"/>
              </a:solidFill>
              <a:latin typeface="Arial"/>
            </a:endParaRPr>
          </a:p>
        </p:txBody>
      </p:sp>
      <p:pic>
        <p:nvPicPr>
          <p:cNvPr id="59" name="Imagen 20">
            <a:hlinkClick r:id="rId2" action="ppaction://hlinksldjump"/>
          </p:cNvPr>
          <p:cNvPicPr/>
          <p:nvPr/>
        </p:nvPicPr>
        <p:blipFill>
          <a:blip r:embed="rId3"/>
          <a:stretch/>
        </p:blipFill>
        <p:spPr>
          <a:xfrm>
            <a:off x="667440" y="3847320"/>
            <a:ext cx="1716120" cy="1155960"/>
          </a:xfrm>
          <a:prstGeom prst="rect">
            <a:avLst/>
          </a:prstGeom>
          <a:ln w="0">
            <a:noFill/>
          </a:ln>
        </p:spPr>
      </p:pic>
      <p:pic>
        <p:nvPicPr>
          <p:cNvPr id="60" name="Imagen 22">
            <a:hlinkClick r:id="rId4" action="ppaction://hlinksldjump"/>
          </p:cNvPr>
          <p:cNvPicPr/>
          <p:nvPr/>
        </p:nvPicPr>
        <p:blipFill>
          <a:blip r:embed="rId5"/>
          <a:stretch/>
        </p:blipFill>
        <p:spPr>
          <a:xfrm>
            <a:off x="3128760" y="3767040"/>
            <a:ext cx="1492920" cy="1316160"/>
          </a:xfrm>
          <a:prstGeom prst="rect">
            <a:avLst/>
          </a:prstGeom>
          <a:ln w="0">
            <a:noFill/>
          </a:ln>
        </p:spPr>
      </p:pic>
      <p:pic>
        <p:nvPicPr>
          <p:cNvPr id="61" name="Imagen 26">
            <a:hlinkClick r:id="rId6" action="ppaction://hlinksldjump"/>
          </p:cNvPr>
          <p:cNvPicPr/>
          <p:nvPr/>
        </p:nvPicPr>
        <p:blipFill>
          <a:blip r:embed="rId7"/>
          <a:stretch/>
        </p:blipFill>
        <p:spPr>
          <a:xfrm>
            <a:off x="9886320" y="3793320"/>
            <a:ext cx="1368360" cy="1102320"/>
          </a:xfrm>
          <a:prstGeom prst="rect">
            <a:avLst/>
          </a:prstGeom>
          <a:ln w="0">
            <a:noFill/>
          </a:ln>
        </p:spPr>
      </p:pic>
      <p:pic>
        <p:nvPicPr>
          <p:cNvPr id="62" name="Imagen 28">
            <a:hlinkClick r:id="rId8" action="ppaction://hlinksldjump"/>
          </p:cNvPr>
          <p:cNvPicPr/>
          <p:nvPr/>
        </p:nvPicPr>
        <p:blipFill>
          <a:blip r:embed="rId9"/>
          <a:stretch/>
        </p:blipFill>
        <p:spPr>
          <a:xfrm>
            <a:off x="7508160" y="3716640"/>
            <a:ext cx="1368360" cy="1316160"/>
          </a:xfrm>
          <a:prstGeom prst="rect">
            <a:avLst/>
          </a:prstGeom>
          <a:ln w="0">
            <a:noFill/>
          </a:ln>
        </p:spPr>
      </p:pic>
      <p:sp>
        <p:nvSpPr>
          <p:cNvPr id="63" name="CuadroTexto 10"/>
          <p:cNvSpPr/>
          <p:nvPr/>
        </p:nvSpPr>
        <p:spPr>
          <a:xfrm>
            <a:off x="7407720" y="2551680"/>
            <a:ext cx="1569600" cy="668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s-ES" sz="1900" b="1" strike="noStrike" spc="-1" dirty="0">
                <a:solidFill>
                  <a:schemeClr val="accent2">
                    <a:lumMod val="50000"/>
                  </a:schemeClr>
                </a:solidFill>
                <a:latin typeface="Calibri"/>
              </a:rPr>
              <a:t>4.  Modelado y resultados</a:t>
            </a:r>
            <a:endParaRPr lang="es-ES" sz="1900" b="0" strike="noStrike" spc="-1" dirty="0">
              <a:solidFill>
                <a:srgbClr val="000000"/>
              </a:solidFill>
              <a:latin typeface="Arial"/>
            </a:endParaRPr>
          </a:p>
        </p:txBody>
      </p:sp>
      <p:pic>
        <p:nvPicPr>
          <p:cNvPr id="64" name="Marcador de contenido 6">
            <a:hlinkClick r:id="rId8" action="ppaction://hlinksldjump"/>
          </p:cNvPr>
          <p:cNvPicPr/>
          <p:nvPr/>
        </p:nvPicPr>
        <p:blipFill>
          <a:blip r:embed="rId10"/>
          <a:stretch/>
        </p:blipFill>
        <p:spPr>
          <a:xfrm>
            <a:off x="5366520" y="3332880"/>
            <a:ext cx="1699200" cy="2424600"/>
          </a:xfrm>
          <a:prstGeom prst="rect">
            <a:avLst/>
          </a:prstGeom>
          <a:ln w="0">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 name="Rectángulo 2"/>
          <p:cNvSpPr/>
          <p:nvPr/>
        </p:nvSpPr>
        <p:spPr>
          <a:xfrm>
            <a:off x="960" y="0"/>
            <a:ext cx="12191040" cy="685692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endParaRPr lang="es-ES" sz="1800" b="0" strike="noStrike" spc="-1" dirty="0">
              <a:solidFill>
                <a:schemeClr val="lt1"/>
              </a:solidFill>
              <a:latin typeface="Calibri"/>
            </a:endParaRPr>
          </a:p>
        </p:txBody>
      </p:sp>
      <p:sp>
        <p:nvSpPr>
          <p:cNvPr id="70" name="CuadroTexto 6"/>
          <p:cNvSpPr/>
          <p:nvPr/>
        </p:nvSpPr>
        <p:spPr>
          <a:xfrm>
            <a:off x="527760" y="479520"/>
            <a:ext cx="11135160" cy="62948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3500" b="1" strike="noStrike" spc="-1" dirty="0">
                <a:solidFill>
                  <a:srgbClr val="582808"/>
                </a:solidFill>
                <a:latin typeface="Calibri Light"/>
              </a:rPr>
              <a:t>EDA – Análisis de target y su distribución</a:t>
            </a:r>
            <a:endParaRPr lang="es-ES" sz="3500" b="0" strike="noStrike" spc="-1" dirty="0">
              <a:solidFill>
                <a:srgbClr val="000000"/>
              </a:solidFill>
              <a:latin typeface="Arial"/>
            </a:endParaRPr>
          </a:p>
        </p:txBody>
      </p:sp>
      <p:pic>
        <p:nvPicPr>
          <p:cNvPr id="72" name="Imagen 7"/>
          <p:cNvPicPr/>
          <p:nvPr/>
        </p:nvPicPr>
        <p:blipFill>
          <a:blip r:embed="rId2"/>
          <a:stretch/>
        </p:blipFill>
        <p:spPr>
          <a:xfrm>
            <a:off x="10348920" y="479520"/>
            <a:ext cx="1314000" cy="987840"/>
          </a:xfrm>
          <a:prstGeom prst="rect">
            <a:avLst/>
          </a:prstGeom>
          <a:ln w="0">
            <a:noFill/>
          </a:ln>
        </p:spPr>
      </p:pic>
      <p:sp>
        <p:nvSpPr>
          <p:cNvPr id="3" name="CuadroTexto 2">
            <a:extLst>
              <a:ext uri="{FF2B5EF4-FFF2-40B4-BE49-F238E27FC236}">
                <a16:creationId xmlns:a16="http://schemas.microsoft.com/office/drawing/2014/main" id="{55E57555-0E29-1849-5539-23A973D3A3FC}"/>
              </a:ext>
            </a:extLst>
          </p:cNvPr>
          <p:cNvSpPr txBox="1"/>
          <p:nvPr/>
        </p:nvSpPr>
        <p:spPr>
          <a:xfrm>
            <a:off x="527760" y="1358900"/>
            <a:ext cx="11537240" cy="3046988"/>
          </a:xfrm>
          <a:prstGeom prst="rect">
            <a:avLst/>
          </a:prstGeom>
          <a:noFill/>
        </p:spPr>
        <p:txBody>
          <a:bodyPr wrap="square" rtlCol="0">
            <a:spAutoFit/>
          </a:bodyPr>
          <a:lstStyle/>
          <a:p>
            <a:r>
              <a:rPr lang="es-ES" sz="1600" dirty="0"/>
              <a:t>Elegimos </a:t>
            </a:r>
            <a:r>
              <a:rPr lang="es-ES" sz="1600" b="1" dirty="0"/>
              <a:t>estimated_revenue_l365d </a:t>
            </a:r>
            <a:r>
              <a:rPr lang="es-ES" sz="1600" dirty="0"/>
              <a:t>como variable objetivo, porque resume el ingreso o beneficio anual estimado que puede generar un anuncio.</a:t>
            </a:r>
          </a:p>
          <a:p>
            <a:br>
              <a:rPr lang="es-ES" sz="1600" dirty="0"/>
            </a:br>
            <a:r>
              <a:rPr lang="es-ES" sz="1600" dirty="0"/>
              <a:t>Con esto, buscamos predecir cuánto dinero produce al año cada propiedad del </a:t>
            </a:r>
            <a:r>
              <a:rPr lang="es-ES" sz="1600" dirty="0" err="1"/>
              <a:t>dataset</a:t>
            </a:r>
            <a:r>
              <a:rPr lang="es-ES" sz="1600" dirty="0"/>
              <a:t>, por lo que utilizaremos un </a:t>
            </a:r>
            <a:r>
              <a:rPr lang="es-ES" sz="1600" b="1" dirty="0"/>
              <a:t>modelo supervisado de regresión.</a:t>
            </a:r>
          </a:p>
          <a:p>
            <a:endParaRPr lang="es-ES" sz="1600" dirty="0"/>
          </a:p>
          <a:p>
            <a:r>
              <a:rPr lang="es-ES" sz="1600" dirty="0"/>
              <a:t>La variable objetivo presenta una distribución fuertemente sesgada a la derecha, con presencia de valores extremos muy elevados. La media es significativamente superior a la mediana, lo que confirma la asimetría. Además, existen valores 0 que deberán analizarse para determinar si corresponden a ausencia de actividad o a posibles errores.</a:t>
            </a:r>
          </a:p>
          <a:p>
            <a:endParaRPr lang="es-ES" sz="1600" dirty="0"/>
          </a:p>
          <a:p>
            <a:r>
              <a:rPr lang="es-ES" sz="1600" dirty="0"/>
              <a:t>Con el fin de reducir la asimetría, hacer la distribución mas "normal" y reducir el impacto de los </a:t>
            </a:r>
            <a:r>
              <a:rPr lang="es-ES" sz="1600" dirty="0" err="1"/>
              <a:t>outliers</a:t>
            </a:r>
            <a:r>
              <a:rPr lang="es-ES" sz="1600" dirty="0"/>
              <a:t> vamos a hacer la función logarítmica.</a:t>
            </a:r>
          </a:p>
        </p:txBody>
      </p:sp>
      <p:pic>
        <p:nvPicPr>
          <p:cNvPr id="9" name="Imagen 8" descr="The diagram illustrates an estimated annual revenue distribution, with a range from $0 to $1,500,000, showing frequencies at intervals of $20,000.&#10;&#10;El contenido generado por IA puede ser incorrecto.">
            <a:extLst>
              <a:ext uri="{FF2B5EF4-FFF2-40B4-BE49-F238E27FC236}">
                <a16:creationId xmlns:a16="http://schemas.microsoft.com/office/drawing/2014/main" id="{6261B4F5-5193-D4D4-9949-90B7EDF9DE1B}"/>
              </a:ext>
            </a:extLst>
          </p:cNvPr>
          <p:cNvPicPr>
            <a:picLocks noChangeAspect="1"/>
          </p:cNvPicPr>
          <p:nvPr/>
        </p:nvPicPr>
        <p:blipFill>
          <a:blip r:embed="rId3"/>
          <a:srcRect l="1592" t="2524" r="1760" b="5573"/>
          <a:stretch>
            <a:fillRect/>
          </a:stretch>
        </p:blipFill>
        <p:spPr>
          <a:xfrm>
            <a:off x="2961077" y="4285382"/>
            <a:ext cx="3017244" cy="2285148"/>
          </a:xfrm>
          <a:prstGeom prst="rect">
            <a:avLst/>
          </a:prstGeom>
        </p:spPr>
      </p:pic>
      <p:pic>
        <p:nvPicPr>
          <p:cNvPr id="11" name="Imagen 10" descr="The provided text describes a logarithmic distribution of revenue, with values ranging from 0 to 3000, increasing in increments of 2000.&#10;&#10;El contenido generado por IA puede ser incorrecto.">
            <a:extLst>
              <a:ext uri="{FF2B5EF4-FFF2-40B4-BE49-F238E27FC236}">
                <a16:creationId xmlns:a16="http://schemas.microsoft.com/office/drawing/2014/main" id="{BC79AED8-182A-92FA-E449-C1178660DA92}"/>
              </a:ext>
            </a:extLst>
          </p:cNvPr>
          <p:cNvPicPr>
            <a:picLocks noChangeAspect="1"/>
          </p:cNvPicPr>
          <p:nvPr/>
        </p:nvPicPr>
        <p:blipFill>
          <a:blip r:embed="rId4"/>
          <a:srcRect l="3000" t="1486" r="2334" b="2722"/>
          <a:stretch>
            <a:fillRect/>
          </a:stretch>
        </p:blipFill>
        <p:spPr>
          <a:xfrm>
            <a:off x="6505121" y="4285382"/>
            <a:ext cx="2923343" cy="228514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3A2137-DA47-56A0-8320-B8BFB237899C}"/>
            </a:ext>
          </a:extLst>
        </p:cNvPr>
        <p:cNvGrpSpPr/>
        <p:nvPr/>
      </p:nvGrpSpPr>
      <p:grpSpPr>
        <a:xfrm>
          <a:off x="0" y="0"/>
          <a:ext cx="0" cy="0"/>
          <a:chOff x="0" y="0"/>
          <a:chExt cx="0" cy="0"/>
        </a:xfrm>
      </p:grpSpPr>
      <p:sp>
        <p:nvSpPr>
          <p:cNvPr id="69" name="Rectángulo 2">
            <a:extLst>
              <a:ext uri="{FF2B5EF4-FFF2-40B4-BE49-F238E27FC236}">
                <a16:creationId xmlns:a16="http://schemas.microsoft.com/office/drawing/2014/main" id="{13A98D50-0E89-5ABA-D0C8-69C5D184F21E}"/>
              </a:ext>
            </a:extLst>
          </p:cNvPr>
          <p:cNvSpPr/>
          <p:nvPr/>
        </p:nvSpPr>
        <p:spPr>
          <a:xfrm>
            <a:off x="960" y="0"/>
            <a:ext cx="12191040" cy="685692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endParaRPr lang="es-ES" sz="1800" b="0" strike="noStrike" spc="-1">
              <a:solidFill>
                <a:schemeClr val="lt1"/>
              </a:solidFill>
              <a:latin typeface="Calibri"/>
            </a:endParaRPr>
          </a:p>
        </p:txBody>
      </p:sp>
      <p:sp>
        <p:nvSpPr>
          <p:cNvPr id="70" name="CuadroTexto 6">
            <a:extLst>
              <a:ext uri="{FF2B5EF4-FFF2-40B4-BE49-F238E27FC236}">
                <a16:creationId xmlns:a16="http://schemas.microsoft.com/office/drawing/2014/main" id="{0011FD49-7372-4358-527D-C74CEDFEC7DF}"/>
              </a:ext>
            </a:extLst>
          </p:cNvPr>
          <p:cNvSpPr/>
          <p:nvPr/>
        </p:nvSpPr>
        <p:spPr>
          <a:xfrm>
            <a:off x="527760" y="479520"/>
            <a:ext cx="11135160" cy="62948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3500" b="1" strike="noStrike" spc="-1" dirty="0">
                <a:solidFill>
                  <a:srgbClr val="582808"/>
                </a:solidFill>
                <a:latin typeface="Calibri Light"/>
              </a:rPr>
              <a:t>EDA – Análisis de las variables numéricas</a:t>
            </a:r>
            <a:endParaRPr lang="es-ES" sz="3500" b="0" strike="noStrike" spc="-1" dirty="0">
              <a:solidFill>
                <a:srgbClr val="000000"/>
              </a:solidFill>
              <a:latin typeface="Arial"/>
            </a:endParaRPr>
          </a:p>
        </p:txBody>
      </p:sp>
      <p:pic>
        <p:nvPicPr>
          <p:cNvPr id="72" name="Imagen 7">
            <a:extLst>
              <a:ext uri="{FF2B5EF4-FFF2-40B4-BE49-F238E27FC236}">
                <a16:creationId xmlns:a16="http://schemas.microsoft.com/office/drawing/2014/main" id="{5A103033-EDD0-51E7-F3C1-1C8A8BFC6BD7}"/>
              </a:ext>
            </a:extLst>
          </p:cNvPr>
          <p:cNvPicPr/>
          <p:nvPr/>
        </p:nvPicPr>
        <p:blipFill>
          <a:blip r:embed="rId2"/>
          <a:stretch/>
        </p:blipFill>
        <p:spPr>
          <a:xfrm>
            <a:off x="10348920" y="479520"/>
            <a:ext cx="1314000" cy="987840"/>
          </a:xfrm>
          <a:prstGeom prst="rect">
            <a:avLst/>
          </a:prstGeom>
          <a:ln w="0">
            <a:noFill/>
          </a:ln>
        </p:spPr>
      </p:pic>
      <p:sp>
        <p:nvSpPr>
          <p:cNvPr id="2" name="CuadroTexto 1">
            <a:extLst>
              <a:ext uri="{FF2B5EF4-FFF2-40B4-BE49-F238E27FC236}">
                <a16:creationId xmlns:a16="http://schemas.microsoft.com/office/drawing/2014/main" id="{F483EA42-63B1-D505-B0D9-15C7AD4183DB}"/>
              </a:ext>
            </a:extLst>
          </p:cNvPr>
          <p:cNvSpPr txBox="1"/>
          <p:nvPr/>
        </p:nvSpPr>
        <p:spPr>
          <a:xfrm>
            <a:off x="527760" y="1371600"/>
            <a:ext cx="11135160" cy="4278094"/>
          </a:xfrm>
          <a:prstGeom prst="rect">
            <a:avLst/>
          </a:prstGeom>
          <a:noFill/>
        </p:spPr>
        <p:txBody>
          <a:bodyPr wrap="square" rtlCol="0">
            <a:spAutoFit/>
          </a:bodyPr>
          <a:lstStyle/>
          <a:p>
            <a:r>
              <a:rPr lang="es-ES" sz="1600" dirty="0"/>
              <a:t>Durante el análisis univariante se observa que muchas de las variables numéricas presentan una fuerte asimetría, con distribuciones sesgadas hacia la derecha y presencia de valores extremos. Esto sugiere la necesidad de un tratamiento posterior de </a:t>
            </a:r>
            <a:r>
              <a:rPr lang="es-ES" sz="1600" dirty="0" err="1"/>
              <a:t>outliers</a:t>
            </a:r>
            <a:r>
              <a:rPr lang="es-ES" sz="1600" dirty="0"/>
              <a:t> y posibles transformaciones.</a:t>
            </a:r>
          </a:p>
          <a:p>
            <a:endParaRPr lang="es-ES" sz="1600" dirty="0"/>
          </a:p>
          <a:p>
            <a:r>
              <a:rPr lang="es-ES" sz="1600" dirty="0"/>
              <a:t>Se identifican variables potencialmente redundantes, especialmente dentro de los bloques de disponibilidad (</a:t>
            </a:r>
            <a:r>
              <a:rPr lang="es-ES" sz="1600" b="1" dirty="0"/>
              <a:t>availability_30, availability_60, availability_90, availability_365, </a:t>
            </a:r>
            <a:r>
              <a:rPr lang="es-ES" sz="1600" b="1" dirty="0" err="1"/>
              <a:t>availability_eoy</a:t>
            </a:r>
            <a:r>
              <a:rPr lang="es-ES" sz="1600" dirty="0"/>
              <a:t>) y de restricciones de estancia (</a:t>
            </a:r>
            <a:r>
              <a:rPr lang="es-ES" sz="1600" b="1" dirty="0" err="1"/>
              <a:t>minimum_nights</a:t>
            </a:r>
            <a:r>
              <a:rPr lang="es-ES" sz="1600" b="1" dirty="0"/>
              <a:t>, </a:t>
            </a:r>
            <a:r>
              <a:rPr lang="es-ES" sz="1600" b="1" dirty="0" err="1"/>
              <a:t>maximum_nights</a:t>
            </a:r>
            <a:r>
              <a:rPr lang="es-ES" sz="1600" b="1" dirty="0"/>
              <a:t> y sus derivados como </a:t>
            </a:r>
            <a:r>
              <a:rPr lang="es-ES" sz="1600" b="1" dirty="0" err="1"/>
              <a:t>minimum_minimum_nights</a:t>
            </a:r>
            <a:r>
              <a:rPr lang="es-ES" sz="1600" b="1" dirty="0"/>
              <a:t>, </a:t>
            </a:r>
            <a:r>
              <a:rPr lang="es-ES" sz="1600" b="1" dirty="0" err="1"/>
              <a:t>maximum_maximum_nights</a:t>
            </a:r>
            <a:r>
              <a:rPr lang="es-ES" sz="1600" dirty="0"/>
              <a:t>, etc.). Estas variables miden conceptos muy similares en distintos horizontes temporales o como agregaciones estadísticas, por lo que es esperable que presenten una alta correlación entre sí. Esto puede generar multicolinealidad en modelos lineales, por lo que posteriormente se evaluará la conveniencia de seleccionar únicamente las variables más representativas de cada bloque.</a:t>
            </a:r>
          </a:p>
          <a:p>
            <a:endParaRPr lang="es-ES" sz="1600" dirty="0"/>
          </a:p>
          <a:p>
            <a:r>
              <a:rPr lang="es-ES" sz="1600" dirty="0"/>
              <a:t>Asimismo, se detectan variables que actúan como identificadores (por ejemplo, </a:t>
            </a:r>
            <a:r>
              <a:rPr lang="es-ES" sz="1600" b="1" dirty="0" err="1"/>
              <a:t>host_id</a:t>
            </a:r>
            <a:r>
              <a:rPr lang="es-ES" sz="1600" dirty="0"/>
              <a:t>), las cuales no aportan información predictiva real y deben ser eliminadas del modelado.</a:t>
            </a:r>
          </a:p>
          <a:p>
            <a:endParaRPr lang="es-ES" sz="1600" dirty="0"/>
          </a:p>
          <a:p>
            <a:r>
              <a:rPr lang="es-ES" sz="1600" dirty="0"/>
              <a:t>Por último, algunas variables como los </a:t>
            </a:r>
            <a:r>
              <a:rPr lang="es-ES" sz="1600" b="1" dirty="0" err="1"/>
              <a:t>review_scores</a:t>
            </a:r>
            <a:r>
              <a:rPr lang="es-ES" sz="1600" b="1" dirty="0"/>
              <a:t> </a:t>
            </a:r>
            <a:r>
              <a:rPr lang="es-ES" sz="1600" dirty="0"/>
              <a:t>presentan una variabilidad reducida, concentrándose en valores altos (entre 4 y 5), lo que puede limitar su capacidad explicativa. También se detectan valores extremos en varias variables que deberán analizarse y tratarse en etapas posteriores del preprocesamiento.</a:t>
            </a:r>
          </a:p>
        </p:txBody>
      </p:sp>
    </p:spTree>
    <p:extLst>
      <p:ext uri="{BB962C8B-B14F-4D97-AF65-F5344CB8AC3E}">
        <p14:creationId xmlns:p14="http://schemas.microsoft.com/office/powerpoint/2010/main" val="25322354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B6C3EF-D420-5269-A2CB-8000055B50C5}"/>
            </a:ext>
          </a:extLst>
        </p:cNvPr>
        <p:cNvGrpSpPr/>
        <p:nvPr/>
      </p:nvGrpSpPr>
      <p:grpSpPr>
        <a:xfrm>
          <a:off x="0" y="0"/>
          <a:ext cx="0" cy="0"/>
          <a:chOff x="0" y="0"/>
          <a:chExt cx="0" cy="0"/>
        </a:xfrm>
      </p:grpSpPr>
      <p:sp>
        <p:nvSpPr>
          <p:cNvPr id="69" name="Rectángulo 2">
            <a:extLst>
              <a:ext uri="{FF2B5EF4-FFF2-40B4-BE49-F238E27FC236}">
                <a16:creationId xmlns:a16="http://schemas.microsoft.com/office/drawing/2014/main" id="{F5958DE6-685F-B9CF-4DF5-4340FB8583DB}"/>
              </a:ext>
            </a:extLst>
          </p:cNvPr>
          <p:cNvSpPr/>
          <p:nvPr/>
        </p:nvSpPr>
        <p:spPr>
          <a:xfrm>
            <a:off x="1080" y="0"/>
            <a:ext cx="12191040" cy="685692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endParaRPr lang="es-ES" sz="1800" b="0" strike="noStrike" spc="-1">
              <a:solidFill>
                <a:schemeClr val="lt1"/>
              </a:solidFill>
              <a:latin typeface="Calibri"/>
            </a:endParaRPr>
          </a:p>
        </p:txBody>
      </p:sp>
      <p:sp>
        <p:nvSpPr>
          <p:cNvPr id="70" name="CuadroTexto 6">
            <a:extLst>
              <a:ext uri="{FF2B5EF4-FFF2-40B4-BE49-F238E27FC236}">
                <a16:creationId xmlns:a16="http://schemas.microsoft.com/office/drawing/2014/main" id="{54A245E1-A670-7E93-A9A7-0A72B28A9A31}"/>
              </a:ext>
            </a:extLst>
          </p:cNvPr>
          <p:cNvSpPr/>
          <p:nvPr/>
        </p:nvSpPr>
        <p:spPr>
          <a:xfrm>
            <a:off x="527760" y="479520"/>
            <a:ext cx="11135160" cy="62948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3500" b="1" strike="noStrike" spc="-1" dirty="0">
                <a:solidFill>
                  <a:srgbClr val="582808"/>
                </a:solidFill>
                <a:latin typeface="Calibri Light"/>
              </a:rPr>
              <a:t>EDA – </a:t>
            </a:r>
            <a:r>
              <a:rPr lang="es-ES" sz="3500" b="1" spc="-1" dirty="0">
                <a:solidFill>
                  <a:srgbClr val="582808"/>
                </a:solidFill>
                <a:latin typeface="Calibri Light"/>
              </a:rPr>
              <a:t>Correlación entre variables numéricas y target</a:t>
            </a:r>
            <a:endParaRPr lang="es-ES" sz="3500" b="0" strike="noStrike" spc="-1" dirty="0">
              <a:solidFill>
                <a:srgbClr val="000000"/>
              </a:solidFill>
              <a:latin typeface="Arial"/>
            </a:endParaRPr>
          </a:p>
        </p:txBody>
      </p:sp>
      <p:pic>
        <p:nvPicPr>
          <p:cNvPr id="72" name="Imagen 7">
            <a:extLst>
              <a:ext uri="{FF2B5EF4-FFF2-40B4-BE49-F238E27FC236}">
                <a16:creationId xmlns:a16="http://schemas.microsoft.com/office/drawing/2014/main" id="{EA88FEB5-EB50-2480-BD28-FF58120819E8}"/>
              </a:ext>
            </a:extLst>
          </p:cNvPr>
          <p:cNvPicPr/>
          <p:nvPr/>
        </p:nvPicPr>
        <p:blipFill>
          <a:blip r:embed="rId2"/>
          <a:stretch/>
        </p:blipFill>
        <p:spPr>
          <a:xfrm>
            <a:off x="10348920" y="479520"/>
            <a:ext cx="1314000" cy="987840"/>
          </a:xfrm>
          <a:prstGeom prst="rect">
            <a:avLst/>
          </a:prstGeom>
          <a:ln w="0">
            <a:noFill/>
          </a:ln>
        </p:spPr>
      </p:pic>
      <p:sp>
        <p:nvSpPr>
          <p:cNvPr id="2" name="CuadroTexto 1">
            <a:extLst>
              <a:ext uri="{FF2B5EF4-FFF2-40B4-BE49-F238E27FC236}">
                <a16:creationId xmlns:a16="http://schemas.microsoft.com/office/drawing/2014/main" id="{A7D4B502-4242-156E-8AF9-EDEC9C34F0E8}"/>
              </a:ext>
            </a:extLst>
          </p:cNvPr>
          <p:cNvSpPr txBox="1"/>
          <p:nvPr/>
        </p:nvSpPr>
        <p:spPr>
          <a:xfrm>
            <a:off x="615290" y="1588528"/>
            <a:ext cx="10960100" cy="3416320"/>
          </a:xfrm>
          <a:prstGeom prst="rect">
            <a:avLst/>
          </a:prstGeom>
          <a:noFill/>
        </p:spPr>
        <p:txBody>
          <a:bodyPr wrap="square" rtlCol="0">
            <a:spAutoFit/>
          </a:bodyPr>
          <a:lstStyle/>
          <a:p>
            <a:r>
              <a:rPr lang="es-ES" sz="1600" dirty="0"/>
              <a:t>Del análisis bivariante se observa que el bloque de variables con mayor relación con la variable objetivo es el compuesto por la ocupación estimada anual (</a:t>
            </a:r>
            <a:r>
              <a:rPr lang="es-ES" sz="1600" b="1" dirty="0"/>
              <a:t>estimated_occupancy_l365d</a:t>
            </a:r>
            <a:r>
              <a:rPr lang="es-ES" sz="1600" dirty="0"/>
              <a:t>) y las métricas asociadas al volumen de reseñas (</a:t>
            </a:r>
            <a:r>
              <a:rPr lang="es-ES" sz="1600" b="1" dirty="0" err="1"/>
              <a:t>number_of_reviews_ltm</a:t>
            </a:r>
            <a:r>
              <a:rPr lang="es-ES" sz="1600" b="1" dirty="0"/>
              <a:t>, </a:t>
            </a:r>
            <a:r>
              <a:rPr lang="es-ES" sz="1600" b="1" dirty="0" err="1"/>
              <a:t>number_of_reviews_ly</a:t>
            </a:r>
            <a:r>
              <a:rPr lang="es-ES" sz="1600" b="1" dirty="0"/>
              <a:t>, number_of_reviews_l30d, </a:t>
            </a:r>
            <a:r>
              <a:rPr lang="es-ES" sz="1600" b="1" dirty="0" err="1"/>
              <a:t>reviews_per_month</a:t>
            </a:r>
            <a:r>
              <a:rPr lang="es-ES" sz="1600" b="1" dirty="0"/>
              <a:t>, </a:t>
            </a:r>
            <a:r>
              <a:rPr lang="es-ES" sz="1600" b="1" dirty="0" err="1"/>
              <a:t>number_of_reviews</a:t>
            </a:r>
            <a:r>
              <a:rPr lang="es-ES" sz="1600" dirty="0"/>
              <a:t>).</a:t>
            </a:r>
          </a:p>
          <a:p>
            <a:endParaRPr lang="es-ES" sz="1600" dirty="0"/>
          </a:p>
          <a:p>
            <a:r>
              <a:rPr lang="es-ES" sz="1600" dirty="0"/>
              <a:t>Estas variables presentan las correlaciones más elevadas con el </a:t>
            </a:r>
            <a:r>
              <a:rPr lang="es-ES" sz="1600" dirty="0" err="1"/>
              <a:t>revenue</a:t>
            </a:r>
            <a:r>
              <a:rPr lang="es-ES" sz="1600" dirty="0"/>
              <a:t> log-transformado, lo que sugiere que la intensidad de uso del alojamiento y su nivel de actividad están fuertemente vinculados con los ingresos generados.</a:t>
            </a:r>
          </a:p>
          <a:p>
            <a:endParaRPr lang="es-ES" sz="1600" dirty="0"/>
          </a:p>
          <a:p>
            <a:r>
              <a:rPr lang="es-ES" sz="1600" dirty="0"/>
              <a:t>Por otro lado, las variables estructurales del alojamiento (como capacidad o características físicas) muestran una correlación moderada, indicando que influyen en el </a:t>
            </a:r>
            <a:r>
              <a:rPr lang="es-ES" sz="1600" dirty="0" err="1"/>
              <a:t>revenue</a:t>
            </a:r>
            <a:r>
              <a:rPr lang="es-ES" sz="1600" dirty="0"/>
              <a:t>, aunque en menor medida que las variables de actividad.</a:t>
            </a:r>
          </a:p>
          <a:p>
            <a:endParaRPr lang="es-ES" sz="1600" dirty="0"/>
          </a:p>
          <a:p>
            <a:r>
              <a:rPr lang="es-ES" sz="1600" dirty="0"/>
              <a:t>Finalmente, las variables relacionadas con restricciones de estancia (bloque de “</a:t>
            </a:r>
            <a:r>
              <a:rPr lang="es-ES" sz="1600" b="1" dirty="0" err="1"/>
              <a:t>nights</a:t>
            </a:r>
            <a:r>
              <a:rPr lang="es-ES" sz="1600" dirty="0"/>
              <a:t>”) presentan una relación más débil y potencialmente redundante entre sí, por lo que será necesario evaluar su posible reducción para evitar problemas de multicolinealidad en modelos posteriores.</a:t>
            </a:r>
          </a:p>
        </p:txBody>
      </p:sp>
    </p:spTree>
    <p:extLst>
      <p:ext uri="{BB962C8B-B14F-4D97-AF65-F5344CB8AC3E}">
        <p14:creationId xmlns:p14="http://schemas.microsoft.com/office/powerpoint/2010/main" val="40383278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5F946A-EE44-EFC9-C459-D1BDC5C6A8EC}"/>
            </a:ext>
          </a:extLst>
        </p:cNvPr>
        <p:cNvGrpSpPr/>
        <p:nvPr/>
      </p:nvGrpSpPr>
      <p:grpSpPr>
        <a:xfrm>
          <a:off x="0" y="0"/>
          <a:ext cx="0" cy="0"/>
          <a:chOff x="0" y="0"/>
          <a:chExt cx="0" cy="0"/>
        </a:xfrm>
      </p:grpSpPr>
      <p:sp>
        <p:nvSpPr>
          <p:cNvPr id="69" name="Rectángulo 2">
            <a:extLst>
              <a:ext uri="{FF2B5EF4-FFF2-40B4-BE49-F238E27FC236}">
                <a16:creationId xmlns:a16="http://schemas.microsoft.com/office/drawing/2014/main" id="{B1134DD3-ACD1-5C2B-E094-439C3491740C}"/>
              </a:ext>
            </a:extLst>
          </p:cNvPr>
          <p:cNvSpPr/>
          <p:nvPr/>
        </p:nvSpPr>
        <p:spPr>
          <a:xfrm>
            <a:off x="1080" y="0"/>
            <a:ext cx="12191040" cy="685692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endParaRPr lang="es-ES" sz="1800" b="0" strike="noStrike" spc="-1">
              <a:solidFill>
                <a:schemeClr val="lt1"/>
              </a:solidFill>
              <a:latin typeface="Calibri"/>
            </a:endParaRPr>
          </a:p>
        </p:txBody>
      </p:sp>
      <p:sp>
        <p:nvSpPr>
          <p:cNvPr id="70" name="CuadroTexto 6">
            <a:extLst>
              <a:ext uri="{FF2B5EF4-FFF2-40B4-BE49-F238E27FC236}">
                <a16:creationId xmlns:a16="http://schemas.microsoft.com/office/drawing/2014/main" id="{3DEA0B96-4192-4895-6B7C-C25239E9F536}"/>
              </a:ext>
            </a:extLst>
          </p:cNvPr>
          <p:cNvSpPr/>
          <p:nvPr/>
        </p:nvSpPr>
        <p:spPr>
          <a:xfrm>
            <a:off x="527760" y="479520"/>
            <a:ext cx="11135160" cy="62948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3500" b="1" strike="noStrike" spc="-1" dirty="0">
                <a:solidFill>
                  <a:srgbClr val="582808"/>
                </a:solidFill>
                <a:latin typeface="Calibri Light"/>
              </a:rPr>
              <a:t>EDA – </a:t>
            </a:r>
            <a:r>
              <a:rPr lang="es-ES" sz="3500" b="1" spc="-1" dirty="0">
                <a:solidFill>
                  <a:srgbClr val="582808"/>
                </a:solidFill>
                <a:latin typeface="Calibri Light"/>
              </a:rPr>
              <a:t>Análisis de las variables categóricas</a:t>
            </a:r>
            <a:endParaRPr lang="es-ES" sz="3500" b="0" strike="noStrike" spc="-1" dirty="0">
              <a:solidFill>
                <a:srgbClr val="000000"/>
              </a:solidFill>
              <a:latin typeface="Arial"/>
            </a:endParaRPr>
          </a:p>
        </p:txBody>
      </p:sp>
      <p:pic>
        <p:nvPicPr>
          <p:cNvPr id="72" name="Imagen 7">
            <a:extLst>
              <a:ext uri="{FF2B5EF4-FFF2-40B4-BE49-F238E27FC236}">
                <a16:creationId xmlns:a16="http://schemas.microsoft.com/office/drawing/2014/main" id="{5D01CF4C-F84E-49F7-49D0-9B8E11B09695}"/>
              </a:ext>
            </a:extLst>
          </p:cNvPr>
          <p:cNvPicPr/>
          <p:nvPr/>
        </p:nvPicPr>
        <p:blipFill>
          <a:blip r:embed="rId2"/>
          <a:stretch/>
        </p:blipFill>
        <p:spPr>
          <a:xfrm>
            <a:off x="10348920" y="479520"/>
            <a:ext cx="1314000" cy="987840"/>
          </a:xfrm>
          <a:prstGeom prst="rect">
            <a:avLst/>
          </a:prstGeom>
          <a:ln w="0">
            <a:noFill/>
          </a:ln>
        </p:spPr>
      </p:pic>
      <p:sp>
        <p:nvSpPr>
          <p:cNvPr id="2" name="CuadroTexto 1">
            <a:extLst>
              <a:ext uri="{FF2B5EF4-FFF2-40B4-BE49-F238E27FC236}">
                <a16:creationId xmlns:a16="http://schemas.microsoft.com/office/drawing/2014/main" id="{FA8959A3-34EE-F1A3-CED5-4A2990BCF52E}"/>
              </a:ext>
            </a:extLst>
          </p:cNvPr>
          <p:cNvSpPr txBox="1"/>
          <p:nvPr/>
        </p:nvSpPr>
        <p:spPr>
          <a:xfrm>
            <a:off x="692150" y="1530350"/>
            <a:ext cx="4832350" cy="4524315"/>
          </a:xfrm>
          <a:prstGeom prst="rect">
            <a:avLst/>
          </a:prstGeom>
          <a:noFill/>
        </p:spPr>
        <p:txBody>
          <a:bodyPr wrap="square" rtlCol="0">
            <a:spAutoFit/>
          </a:bodyPr>
          <a:lstStyle/>
          <a:p>
            <a:r>
              <a:rPr lang="es-ES" sz="1600" dirty="0"/>
              <a:t>Tras el análisis univariante de las variables categóricas, se ha optado por seleccionar únicamente aquellas con baja o moderada cardinalidad y potencial capacidad explicativa respecto a la variable objetivo.</a:t>
            </a:r>
          </a:p>
          <a:p>
            <a:endParaRPr lang="es-ES" sz="1600" dirty="0"/>
          </a:p>
          <a:p>
            <a:r>
              <a:rPr lang="es-ES" sz="1600" dirty="0"/>
              <a:t>Se descartan variables de texto libre, fechas técnicas o identificadores, así como aquellas con excesivo número de categorías que podrían generar un alto número de variables </a:t>
            </a:r>
            <a:r>
              <a:rPr lang="es-ES" sz="1600" dirty="0" err="1"/>
              <a:t>dummy</a:t>
            </a:r>
            <a:r>
              <a:rPr lang="es-ES" sz="1600" dirty="0"/>
              <a:t> y aumentar innecesariamente la complejidad del modelo.</a:t>
            </a:r>
          </a:p>
          <a:p>
            <a:endParaRPr lang="es-ES" sz="1600" dirty="0"/>
          </a:p>
          <a:p>
            <a:r>
              <a:rPr lang="es-ES" sz="1600" dirty="0"/>
              <a:t>Las variables seleccionadas presentan una estructura interpretable, categorías bien definidas y relevancia conceptual en el contexto del negocio (tipo de alojamiento, características del anfitrión y disponibilidad), lo que las convierte en candidatas adecuadas para el análisis bivariante y su posible inclusión en modelos predictivos posteriores.</a:t>
            </a:r>
          </a:p>
        </p:txBody>
      </p:sp>
      <p:pic>
        <p:nvPicPr>
          <p:cNvPr id="4" name="Imagen 3" descr="The diagram displays a bar chart comparing various factors influencing revenue, such as room type, instant bookability, host response time, and neighborhood group, with different categories and their respective values.&#10;&#10;El contenido generado por IA puede ser incorrecto.">
            <a:extLst>
              <a:ext uri="{FF2B5EF4-FFF2-40B4-BE49-F238E27FC236}">
                <a16:creationId xmlns:a16="http://schemas.microsoft.com/office/drawing/2014/main" id="{2D928E33-2B71-96D9-EEF5-C8913783E0D6}"/>
              </a:ext>
            </a:extLst>
          </p:cNvPr>
          <p:cNvPicPr>
            <a:picLocks noChangeAspect="1"/>
          </p:cNvPicPr>
          <p:nvPr/>
        </p:nvPicPr>
        <p:blipFill>
          <a:blip r:embed="rId3"/>
          <a:stretch>
            <a:fillRect/>
          </a:stretch>
        </p:blipFill>
        <p:spPr>
          <a:xfrm>
            <a:off x="6215570" y="1648945"/>
            <a:ext cx="5284280" cy="4405720"/>
          </a:xfrm>
          <a:prstGeom prst="rect">
            <a:avLst/>
          </a:prstGeom>
        </p:spPr>
      </p:pic>
    </p:spTree>
    <p:extLst>
      <p:ext uri="{BB962C8B-B14F-4D97-AF65-F5344CB8AC3E}">
        <p14:creationId xmlns:p14="http://schemas.microsoft.com/office/powerpoint/2010/main" val="19961848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121FDC-E1A3-C20C-FE05-4E09458D6C84}"/>
            </a:ext>
          </a:extLst>
        </p:cNvPr>
        <p:cNvGrpSpPr/>
        <p:nvPr/>
      </p:nvGrpSpPr>
      <p:grpSpPr>
        <a:xfrm>
          <a:off x="0" y="0"/>
          <a:ext cx="0" cy="0"/>
          <a:chOff x="0" y="0"/>
          <a:chExt cx="0" cy="0"/>
        </a:xfrm>
      </p:grpSpPr>
      <p:sp>
        <p:nvSpPr>
          <p:cNvPr id="69" name="Rectángulo 2">
            <a:extLst>
              <a:ext uri="{FF2B5EF4-FFF2-40B4-BE49-F238E27FC236}">
                <a16:creationId xmlns:a16="http://schemas.microsoft.com/office/drawing/2014/main" id="{882FE741-6D53-7A1B-6629-94CE2E3711E0}"/>
              </a:ext>
            </a:extLst>
          </p:cNvPr>
          <p:cNvSpPr/>
          <p:nvPr/>
        </p:nvSpPr>
        <p:spPr>
          <a:xfrm>
            <a:off x="1080" y="0"/>
            <a:ext cx="12191040" cy="685692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endParaRPr lang="es-ES" sz="1800" b="0" strike="noStrike" spc="-1">
              <a:solidFill>
                <a:schemeClr val="lt1"/>
              </a:solidFill>
              <a:latin typeface="Calibri"/>
            </a:endParaRPr>
          </a:p>
        </p:txBody>
      </p:sp>
      <p:sp>
        <p:nvSpPr>
          <p:cNvPr id="70" name="CuadroTexto 6">
            <a:extLst>
              <a:ext uri="{FF2B5EF4-FFF2-40B4-BE49-F238E27FC236}">
                <a16:creationId xmlns:a16="http://schemas.microsoft.com/office/drawing/2014/main" id="{6D4CB89F-B3BD-0818-2E5A-575B8160EB79}"/>
              </a:ext>
            </a:extLst>
          </p:cNvPr>
          <p:cNvSpPr/>
          <p:nvPr/>
        </p:nvSpPr>
        <p:spPr>
          <a:xfrm>
            <a:off x="527760" y="479520"/>
            <a:ext cx="11135160" cy="62948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3500" b="1" strike="noStrike" spc="-1" dirty="0">
                <a:solidFill>
                  <a:srgbClr val="582808"/>
                </a:solidFill>
                <a:latin typeface="Calibri Light"/>
              </a:rPr>
              <a:t>EDA – </a:t>
            </a:r>
            <a:r>
              <a:rPr lang="es-ES" sz="3500" b="1" spc="-1" dirty="0">
                <a:solidFill>
                  <a:srgbClr val="582808"/>
                </a:solidFill>
                <a:latin typeface="Calibri Light"/>
              </a:rPr>
              <a:t>Análisis de las variables categóricas</a:t>
            </a:r>
            <a:endParaRPr lang="es-ES" sz="3500" b="0" strike="noStrike" spc="-1" dirty="0">
              <a:solidFill>
                <a:srgbClr val="000000"/>
              </a:solidFill>
              <a:latin typeface="Arial"/>
            </a:endParaRPr>
          </a:p>
        </p:txBody>
      </p:sp>
      <p:pic>
        <p:nvPicPr>
          <p:cNvPr id="72" name="Imagen 7">
            <a:extLst>
              <a:ext uri="{FF2B5EF4-FFF2-40B4-BE49-F238E27FC236}">
                <a16:creationId xmlns:a16="http://schemas.microsoft.com/office/drawing/2014/main" id="{78C1F89B-9138-11C5-29F5-5083C02EFFF5}"/>
              </a:ext>
            </a:extLst>
          </p:cNvPr>
          <p:cNvPicPr/>
          <p:nvPr/>
        </p:nvPicPr>
        <p:blipFill>
          <a:blip r:embed="rId2"/>
          <a:stretch/>
        </p:blipFill>
        <p:spPr>
          <a:xfrm>
            <a:off x="10348920" y="479520"/>
            <a:ext cx="1314000" cy="987840"/>
          </a:xfrm>
          <a:prstGeom prst="rect">
            <a:avLst/>
          </a:prstGeom>
          <a:ln w="0">
            <a:noFill/>
          </a:ln>
        </p:spPr>
      </p:pic>
      <p:sp>
        <p:nvSpPr>
          <p:cNvPr id="2" name="CuadroTexto 1">
            <a:extLst>
              <a:ext uri="{FF2B5EF4-FFF2-40B4-BE49-F238E27FC236}">
                <a16:creationId xmlns:a16="http://schemas.microsoft.com/office/drawing/2014/main" id="{17558ED0-DF97-F95A-DF44-92C553EC2539}"/>
              </a:ext>
            </a:extLst>
          </p:cNvPr>
          <p:cNvSpPr txBox="1"/>
          <p:nvPr/>
        </p:nvSpPr>
        <p:spPr>
          <a:xfrm>
            <a:off x="692150" y="1530350"/>
            <a:ext cx="10970770" cy="4278094"/>
          </a:xfrm>
          <a:prstGeom prst="rect">
            <a:avLst/>
          </a:prstGeom>
          <a:noFill/>
        </p:spPr>
        <p:txBody>
          <a:bodyPr wrap="square" rtlCol="0">
            <a:spAutoFit/>
          </a:bodyPr>
          <a:lstStyle/>
          <a:p>
            <a:r>
              <a:rPr lang="es-ES" sz="1600" dirty="0"/>
              <a:t>En el análisis bivariante de variables categóricas se observan diferencias claras en la distribución del </a:t>
            </a:r>
            <a:r>
              <a:rPr lang="es-ES" sz="1600" dirty="0" err="1"/>
              <a:t>revenue</a:t>
            </a:r>
            <a:r>
              <a:rPr lang="es-ES" sz="1600" dirty="0"/>
              <a:t> según ciertas categorías.</a:t>
            </a:r>
          </a:p>
          <a:p>
            <a:endParaRPr lang="es-ES" sz="1600" dirty="0"/>
          </a:p>
          <a:p>
            <a:r>
              <a:rPr lang="es-ES" sz="1600" dirty="0"/>
              <a:t>En esta fase se ha realizado un preprocesamiento específico de algunas variables categóricas con el objetivo de prepararlas para el modelado.</a:t>
            </a:r>
          </a:p>
          <a:p>
            <a:endParaRPr lang="es-ES" sz="1600" dirty="0"/>
          </a:p>
          <a:p>
            <a:r>
              <a:rPr lang="es-ES" sz="1600" dirty="0"/>
              <a:t>En primer lugar, la variable </a:t>
            </a:r>
            <a:r>
              <a:rPr lang="es-ES" sz="1600" b="1" dirty="0" err="1"/>
              <a:t>host_response_time</a:t>
            </a:r>
            <a:r>
              <a:rPr lang="es-ES" sz="1600" dirty="0"/>
              <a:t>, que posee un orden natural en sus categorías, ha sido transformada en una variable ordinal numérica. Esta codificación permite preservar la jerarquía implícita en el tiempo de respuesta del anfitrión (desde respuestas más rápidas hasta más lentas), facilitando que los modelos puedan capturar mejor su posible relación con el </a:t>
            </a:r>
            <a:r>
              <a:rPr lang="es-ES" sz="1600" dirty="0" err="1"/>
              <a:t>revenue</a:t>
            </a:r>
            <a:r>
              <a:rPr lang="es-ES" sz="1600" dirty="0"/>
              <a:t>.</a:t>
            </a:r>
          </a:p>
          <a:p>
            <a:endParaRPr lang="es-ES" sz="1600" dirty="0"/>
          </a:p>
          <a:p>
            <a:r>
              <a:rPr lang="es-ES" sz="1600" dirty="0"/>
              <a:t>Por otro lado, se ha simplificado la variable </a:t>
            </a:r>
            <a:r>
              <a:rPr lang="es-ES" sz="1600" b="1" dirty="0" err="1"/>
              <a:t>room_type</a:t>
            </a:r>
            <a:r>
              <a:rPr lang="es-ES" sz="1600" dirty="0"/>
              <a:t>, agrupando las categorías con muy baja representación ("</a:t>
            </a:r>
            <a:r>
              <a:rPr lang="es-ES" sz="1600" dirty="0" err="1"/>
              <a:t>Shared</a:t>
            </a:r>
            <a:r>
              <a:rPr lang="es-ES" sz="1600" dirty="0"/>
              <a:t> </a:t>
            </a:r>
            <a:r>
              <a:rPr lang="es-ES" sz="1600" dirty="0" err="1"/>
              <a:t>room</a:t>
            </a:r>
            <a:r>
              <a:rPr lang="es-ES" sz="1600" dirty="0"/>
              <a:t>" y "Hotel </a:t>
            </a:r>
            <a:r>
              <a:rPr lang="es-ES" sz="1600" dirty="0" err="1"/>
              <a:t>room</a:t>
            </a:r>
            <a:r>
              <a:rPr lang="es-ES" sz="1600" dirty="0"/>
              <a:t>") bajo una nueva categoría común ("</a:t>
            </a:r>
            <a:r>
              <a:rPr lang="es-ES" sz="1600" dirty="0" err="1"/>
              <a:t>Other</a:t>
            </a:r>
            <a:r>
              <a:rPr lang="es-ES" sz="1600" dirty="0"/>
              <a:t>"). Esta decisión reduce la dispersión de información y evita que categorías con pocos registros introduzcan ruido en el modelo.</a:t>
            </a:r>
          </a:p>
          <a:p>
            <a:endParaRPr lang="es-ES" sz="1600" dirty="0"/>
          </a:p>
          <a:p>
            <a:r>
              <a:rPr lang="es-ES" sz="1600" dirty="0"/>
              <a:t>Finalmente, en las variables binarias relacionadas con características del anfitrión (</a:t>
            </a:r>
            <a:r>
              <a:rPr lang="es-ES" sz="1600" b="1" dirty="0" err="1"/>
              <a:t>host_is_superhost</a:t>
            </a:r>
            <a:r>
              <a:rPr lang="es-ES" sz="1600" dirty="0"/>
              <a:t>, </a:t>
            </a:r>
            <a:r>
              <a:rPr lang="es-ES" sz="1600" b="1" dirty="0" err="1"/>
              <a:t>host_identity_verified</a:t>
            </a:r>
            <a:r>
              <a:rPr lang="es-ES" sz="1600" dirty="0"/>
              <a:t>, </a:t>
            </a:r>
            <a:r>
              <a:rPr lang="es-ES" sz="1600" b="1" dirty="0" err="1"/>
              <a:t>host_has_profile_pic</a:t>
            </a:r>
            <a:r>
              <a:rPr lang="es-ES" sz="1600" b="1" dirty="0"/>
              <a:t> </a:t>
            </a:r>
            <a:r>
              <a:rPr lang="es-ES" sz="1600" dirty="0"/>
              <a:t>e </a:t>
            </a:r>
            <a:r>
              <a:rPr lang="es-ES" sz="1600" b="1" dirty="0" err="1"/>
              <a:t>instant_bookable</a:t>
            </a:r>
            <a:r>
              <a:rPr lang="es-ES" sz="1600" dirty="0"/>
              <a:t>), se han imputado los valores faltantes con la categoría "</a:t>
            </a:r>
            <a:r>
              <a:rPr lang="es-ES" sz="1600" dirty="0" err="1"/>
              <a:t>Unknown</a:t>
            </a:r>
            <a:r>
              <a:rPr lang="es-ES" sz="1600" dirty="0"/>
              <a:t>", evitando la pérdida de observaciones y manteniendo la coherencia categórica para su posterior codificación.</a:t>
            </a:r>
          </a:p>
        </p:txBody>
      </p:sp>
    </p:spTree>
    <p:extLst>
      <p:ext uri="{BB962C8B-B14F-4D97-AF65-F5344CB8AC3E}">
        <p14:creationId xmlns:p14="http://schemas.microsoft.com/office/powerpoint/2010/main" val="7191950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B3029-122E-3C57-4D53-00CB3C92287B}"/>
            </a:ext>
          </a:extLst>
        </p:cNvPr>
        <p:cNvGrpSpPr/>
        <p:nvPr/>
      </p:nvGrpSpPr>
      <p:grpSpPr>
        <a:xfrm>
          <a:off x="0" y="0"/>
          <a:ext cx="0" cy="0"/>
          <a:chOff x="0" y="0"/>
          <a:chExt cx="0" cy="0"/>
        </a:xfrm>
      </p:grpSpPr>
      <p:sp>
        <p:nvSpPr>
          <p:cNvPr id="69" name="Rectángulo 2">
            <a:extLst>
              <a:ext uri="{FF2B5EF4-FFF2-40B4-BE49-F238E27FC236}">
                <a16:creationId xmlns:a16="http://schemas.microsoft.com/office/drawing/2014/main" id="{68FB0694-55AB-8361-D412-5A7370234F36}"/>
              </a:ext>
            </a:extLst>
          </p:cNvPr>
          <p:cNvSpPr/>
          <p:nvPr/>
        </p:nvSpPr>
        <p:spPr>
          <a:xfrm>
            <a:off x="1080" y="0"/>
            <a:ext cx="12191040" cy="685692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endParaRPr lang="es-ES" sz="1800" b="0" strike="noStrike" spc="-1" dirty="0">
              <a:solidFill>
                <a:schemeClr val="lt1"/>
              </a:solidFill>
              <a:latin typeface="Calibri"/>
            </a:endParaRPr>
          </a:p>
        </p:txBody>
      </p:sp>
      <p:sp>
        <p:nvSpPr>
          <p:cNvPr id="70" name="CuadroTexto 6">
            <a:extLst>
              <a:ext uri="{FF2B5EF4-FFF2-40B4-BE49-F238E27FC236}">
                <a16:creationId xmlns:a16="http://schemas.microsoft.com/office/drawing/2014/main" id="{5BBF151E-CAE0-EDBD-CB2B-EAA0C3C772BE}"/>
              </a:ext>
            </a:extLst>
          </p:cNvPr>
          <p:cNvSpPr/>
          <p:nvPr/>
        </p:nvSpPr>
        <p:spPr>
          <a:xfrm>
            <a:off x="527760" y="479520"/>
            <a:ext cx="11135160" cy="62948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3500" b="1" strike="noStrike" spc="-1" dirty="0">
                <a:solidFill>
                  <a:srgbClr val="582808"/>
                </a:solidFill>
                <a:latin typeface="Calibri Light"/>
              </a:rPr>
              <a:t>EDA – Eliminación de </a:t>
            </a:r>
            <a:r>
              <a:rPr lang="es-ES" sz="3500" b="1" strike="noStrike" spc="-1" dirty="0" err="1">
                <a:solidFill>
                  <a:srgbClr val="582808"/>
                </a:solidFill>
                <a:latin typeface="Calibri Light"/>
              </a:rPr>
              <a:t>features</a:t>
            </a:r>
            <a:r>
              <a:rPr lang="es-ES" sz="3500" b="1" strike="noStrike" spc="-1" dirty="0">
                <a:solidFill>
                  <a:srgbClr val="582808"/>
                </a:solidFill>
                <a:latin typeface="Calibri Light"/>
              </a:rPr>
              <a:t> preliminar</a:t>
            </a:r>
            <a:endParaRPr lang="es-ES" sz="3500" b="0" strike="noStrike" spc="-1" dirty="0">
              <a:solidFill>
                <a:srgbClr val="000000"/>
              </a:solidFill>
              <a:latin typeface="Arial"/>
            </a:endParaRPr>
          </a:p>
        </p:txBody>
      </p:sp>
      <p:pic>
        <p:nvPicPr>
          <p:cNvPr id="72" name="Imagen 7">
            <a:extLst>
              <a:ext uri="{FF2B5EF4-FFF2-40B4-BE49-F238E27FC236}">
                <a16:creationId xmlns:a16="http://schemas.microsoft.com/office/drawing/2014/main" id="{32115E20-24D2-A54E-B56F-78A09657232E}"/>
              </a:ext>
            </a:extLst>
          </p:cNvPr>
          <p:cNvPicPr/>
          <p:nvPr/>
        </p:nvPicPr>
        <p:blipFill>
          <a:blip r:embed="rId2"/>
          <a:stretch/>
        </p:blipFill>
        <p:spPr>
          <a:xfrm>
            <a:off x="10348920" y="479520"/>
            <a:ext cx="1314000" cy="987840"/>
          </a:xfrm>
          <a:prstGeom prst="rect">
            <a:avLst/>
          </a:prstGeom>
          <a:ln w="0">
            <a:noFill/>
          </a:ln>
        </p:spPr>
      </p:pic>
      <p:sp>
        <p:nvSpPr>
          <p:cNvPr id="2" name="CuadroTexto 1">
            <a:extLst>
              <a:ext uri="{FF2B5EF4-FFF2-40B4-BE49-F238E27FC236}">
                <a16:creationId xmlns:a16="http://schemas.microsoft.com/office/drawing/2014/main" id="{CE00C4C5-D61D-178D-85B7-812ACE256B4D}"/>
              </a:ext>
            </a:extLst>
          </p:cNvPr>
          <p:cNvSpPr txBox="1"/>
          <p:nvPr/>
        </p:nvSpPr>
        <p:spPr>
          <a:xfrm>
            <a:off x="711200" y="1377950"/>
            <a:ext cx="4330700" cy="4031873"/>
          </a:xfrm>
          <a:prstGeom prst="rect">
            <a:avLst/>
          </a:prstGeom>
          <a:noFill/>
        </p:spPr>
        <p:txBody>
          <a:bodyPr wrap="square" rtlCol="0">
            <a:spAutoFit/>
          </a:bodyPr>
          <a:lstStyle/>
          <a:p>
            <a:r>
              <a:rPr lang="es-ES" sz="1600" dirty="0"/>
              <a:t>En esta fase se realiza una depuración moderada del conjunto de variables con el objetivo de eliminar información no estructurada y posibles identificadores sin capacidad predictiva, manteniendo, no obstante, aquellas variables potencialmente redundantes que podrían aportar valor en modelos no lineales.</a:t>
            </a:r>
          </a:p>
          <a:p>
            <a:endParaRPr lang="es-ES" sz="1600" dirty="0"/>
          </a:p>
          <a:p>
            <a:r>
              <a:rPr lang="es-ES" sz="1600" dirty="0"/>
              <a:t>Dado que el análisis contempla tanto modelos lineales como modelos basados en árboles, se opta por una estrategia intermedia: reducir variables claramente irrelevantes sin aplicar una eliminación excesivamente restrictiva, permitiendo posteriormente comparar el comportamiento de distintos algoritmos frente a posibles problemas de multicolinealidad.</a:t>
            </a:r>
          </a:p>
        </p:txBody>
      </p:sp>
      <p:pic>
        <p:nvPicPr>
          <p:cNvPr id="4" name="Imagen 3" descr="The text describes a Python code snippet that performs data cleaning on a DataFrame by dropping certain columns related to availability, reviews, and nights based on specified criteria.&#10;&#10;El contenido generado por IA puede ser incorrecto.">
            <a:extLst>
              <a:ext uri="{FF2B5EF4-FFF2-40B4-BE49-F238E27FC236}">
                <a16:creationId xmlns:a16="http://schemas.microsoft.com/office/drawing/2014/main" id="{122DCC7A-0971-D258-A5A2-8BF4E05DA913}"/>
              </a:ext>
            </a:extLst>
          </p:cNvPr>
          <p:cNvPicPr>
            <a:picLocks noChangeAspect="1"/>
          </p:cNvPicPr>
          <p:nvPr/>
        </p:nvPicPr>
        <p:blipFill>
          <a:blip r:embed="rId3"/>
          <a:srcRect l="2384" t="760" r="38563" b="5444"/>
          <a:stretch>
            <a:fillRect/>
          </a:stretch>
        </p:blipFill>
        <p:spPr>
          <a:xfrm>
            <a:off x="5472119" y="1377950"/>
            <a:ext cx="4876801" cy="5137150"/>
          </a:xfrm>
          <a:prstGeom prst="rect">
            <a:avLst/>
          </a:prstGeom>
        </p:spPr>
      </p:pic>
    </p:spTree>
    <p:extLst>
      <p:ext uri="{BB962C8B-B14F-4D97-AF65-F5344CB8AC3E}">
        <p14:creationId xmlns:p14="http://schemas.microsoft.com/office/powerpoint/2010/main" val="26372211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1C0232-5F3D-7D65-FBCB-28AF706807AC}"/>
            </a:ext>
          </a:extLst>
        </p:cNvPr>
        <p:cNvGrpSpPr/>
        <p:nvPr/>
      </p:nvGrpSpPr>
      <p:grpSpPr>
        <a:xfrm>
          <a:off x="0" y="0"/>
          <a:ext cx="0" cy="0"/>
          <a:chOff x="0" y="0"/>
          <a:chExt cx="0" cy="0"/>
        </a:xfrm>
      </p:grpSpPr>
      <p:sp>
        <p:nvSpPr>
          <p:cNvPr id="69" name="Rectángulo 2">
            <a:extLst>
              <a:ext uri="{FF2B5EF4-FFF2-40B4-BE49-F238E27FC236}">
                <a16:creationId xmlns:a16="http://schemas.microsoft.com/office/drawing/2014/main" id="{8BEF87F7-FE0F-4530-7847-A553D4F255B9}"/>
              </a:ext>
            </a:extLst>
          </p:cNvPr>
          <p:cNvSpPr/>
          <p:nvPr/>
        </p:nvSpPr>
        <p:spPr>
          <a:xfrm>
            <a:off x="1080" y="0"/>
            <a:ext cx="12191040" cy="685692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endParaRPr lang="es-ES" sz="1800" b="0" strike="noStrike" spc="-1">
              <a:solidFill>
                <a:schemeClr val="lt1"/>
              </a:solidFill>
              <a:latin typeface="Calibri"/>
            </a:endParaRPr>
          </a:p>
        </p:txBody>
      </p:sp>
      <p:sp>
        <p:nvSpPr>
          <p:cNvPr id="70" name="CuadroTexto 6">
            <a:extLst>
              <a:ext uri="{FF2B5EF4-FFF2-40B4-BE49-F238E27FC236}">
                <a16:creationId xmlns:a16="http://schemas.microsoft.com/office/drawing/2014/main" id="{AEBB16D7-5240-D6FE-BFD2-7A7A553F6F63}"/>
              </a:ext>
            </a:extLst>
          </p:cNvPr>
          <p:cNvSpPr/>
          <p:nvPr/>
        </p:nvSpPr>
        <p:spPr>
          <a:xfrm>
            <a:off x="527760" y="479520"/>
            <a:ext cx="11135160" cy="623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3500" b="1" strike="noStrike" spc="-1">
                <a:solidFill>
                  <a:srgbClr val="582808"/>
                </a:solidFill>
                <a:latin typeface="Calibri Light"/>
              </a:rPr>
              <a:t>EDA – Duplicados, missings y outliers (JAVI)</a:t>
            </a:r>
            <a:endParaRPr lang="es-ES" sz="3500" b="0" strike="noStrike" spc="-1">
              <a:solidFill>
                <a:srgbClr val="000000"/>
              </a:solidFill>
              <a:latin typeface="Arial"/>
            </a:endParaRPr>
          </a:p>
        </p:txBody>
      </p:sp>
      <p:sp>
        <p:nvSpPr>
          <p:cNvPr id="71" name="CuadroTexto 13">
            <a:extLst>
              <a:ext uri="{FF2B5EF4-FFF2-40B4-BE49-F238E27FC236}">
                <a16:creationId xmlns:a16="http://schemas.microsoft.com/office/drawing/2014/main" id="{6F1FCC3A-323B-56EB-6F96-FA9263734877}"/>
              </a:ext>
            </a:extLst>
          </p:cNvPr>
          <p:cNvSpPr/>
          <p:nvPr/>
        </p:nvSpPr>
        <p:spPr>
          <a:xfrm>
            <a:off x="716400" y="1839960"/>
            <a:ext cx="10946520" cy="35379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216000" indent="-216000" defTabSz="914400">
              <a:lnSpc>
                <a:spcPct val="100000"/>
              </a:lnSpc>
              <a:buClr>
                <a:srgbClr val="582808"/>
              </a:buClr>
              <a:buFont typeface="Wingdings" charset="2"/>
              <a:buChar char=""/>
            </a:pPr>
            <a:r>
              <a:rPr lang="es-ES" sz="1600" b="0" strike="noStrike" spc="-1" dirty="0">
                <a:solidFill>
                  <a:srgbClr val="582808"/>
                </a:solidFill>
                <a:latin typeface="Calibri"/>
              </a:rPr>
              <a:t>Al partir de tres </a:t>
            </a:r>
            <a:r>
              <a:rPr lang="es-ES" sz="1600" b="0" strike="noStrike" spc="-1" dirty="0" err="1">
                <a:solidFill>
                  <a:srgbClr val="582808"/>
                </a:solidFill>
                <a:latin typeface="Calibri"/>
              </a:rPr>
              <a:t>subdatasets</a:t>
            </a:r>
            <a:r>
              <a:rPr lang="es-ES" sz="1600" b="0" strike="noStrike" spc="-1" dirty="0">
                <a:solidFill>
                  <a:srgbClr val="582808"/>
                </a:solidFill>
                <a:latin typeface="Calibri"/>
              </a:rPr>
              <a:t> que unificamos en el </a:t>
            </a:r>
            <a:r>
              <a:rPr lang="es-ES" sz="1600" b="0" strike="noStrike" spc="-1" dirty="0" err="1">
                <a:solidFill>
                  <a:srgbClr val="582808"/>
                </a:solidFill>
                <a:latin typeface="Calibri"/>
              </a:rPr>
              <a:t>dataset</a:t>
            </a:r>
            <a:r>
              <a:rPr lang="es-ES" sz="1600" b="0" strike="noStrike" spc="-1" dirty="0">
                <a:solidFill>
                  <a:srgbClr val="582808"/>
                </a:solidFill>
                <a:latin typeface="Calibri"/>
              </a:rPr>
              <a:t> definitivo de partida, la mayoría de duplicados ya los eliminamos previamente localizando coincidencias por id. Por lo que en este punto, teníamos un número reducido de duplicados en nuestro </a:t>
            </a:r>
            <a:r>
              <a:rPr lang="es-ES" sz="1600" b="0" strike="noStrike" spc="-1" dirty="0" err="1">
                <a:solidFill>
                  <a:srgbClr val="582808"/>
                </a:solidFill>
                <a:latin typeface="Calibri"/>
              </a:rPr>
              <a:t>dataframe</a:t>
            </a:r>
            <a:r>
              <a:rPr lang="es-ES" sz="1600" b="0" strike="noStrike" spc="-1" dirty="0">
                <a:solidFill>
                  <a:srgbClr val="582808"/>
                </a:solidFill>
                <a:latin typeface="Calibri"/>
              </a:rPr>
              <a:t> que eliminamos.</a:t>
            </a:r>
            <a:endParaRPr lang="es-ES" sz="1600" b="0" strike="noStrike" spc="-1" dirty="0">
              <a:solidFill>
                <a:srgbClr val="000000"/>
              </a:solidFill>
              <a:latin typeface="Arial"/>
            </a:endParaRPr>
          </a:p>
          <a:p>
            <a:pPr marL="216000" indent="-216000" defTabSz="914400">
              <a:lnSpc>
                <a:spcPct val="100000"/>
              </a:lnSpc>
              <a:buClr>
                <a:srgbClr val="582808"/>
              </a:buClr>
              <a:buFont typeface="Wingdings" charset="2"/>
              <a:buChar char=""/>
            </a:pPr>
            <a:endParaRPr lang="es-ES" sz="1600" b="0" strike="noStrike" spc="-1" dirty="0">
              <a:solidFill>
                <a:srgbClr val="000000"/>
              </a:solidFill>
              <a:latin typeface="Arial"/>
            </a:endParaRPr>
          </a:p>
          <a:p>
            <a:pPr marL="216000" indent="-216000" defTabSz="914400">
              <a:lnSpc>
                <a:spcPct val="100000"/>
              </a:lnSpc>
              <a:buClr>
                <a:srgbClr val="582808"/>
              </a:buClr>
              <a:buFont typeface="Wingdings" charset="2"/>
              <a:buChar char=""/>
            </a:pPr>
            <a:r>
              <a:rPr lang="es-ES" sz="1600" b="0" strike="noStrike" spc="-1" dirty="0">
                <a:solidFill>
                  <a:srgbClr val="582808"/>
                </a:solidFill>
                <a:latin typeface="Calibri"/>
              </a:rPr>
              <a:t>Continuamos con el tratamiento de nulos o </a:t>
            </a:r>
            <a:r>
              <a:rPr lang="es-ES" sz="1600" b="0" strike="noStrike" spc="-1" dirty="0" err="1">
                <a:solidFill>
                  <a:srgbClr val="582808"/>
                </a:solidFill>
                <a:latin typeface="Calibri"/>
              </a:rPr>
              <a:t>missings</a:t>
            </a:r>
            <a:r>
              <a:rPr lang="es-ES" sz="1600" b="0" strike="noStrike" spc="-1" dirty="0">
                <a:solidFill>
                  <a:srgbClr val="582808"/>
                </a:solidFill>
                <a:latin typeface="Calibri"/>
              </a:rPr>
              <a:t>, valorando para cada </a:t>
            </a:r>
            <a:r>
              <a:rPr lang="es-ES" sz="1600" b="0" strike="noStrike" spc="-1" dirty="0" err="1">
                <a:solidFill>
                  <a:srgbClr val="582808"/>
                </a:solidFill>
                <a:latin typeface="Calibri"/>
              </a:rPr>
              <a:t>feature</a:t>
            </a:r>
            <a:r>
              <a:rPr lang="es-ES" sz="1600" b="0" strike="noStrike" spc="-1" dirty="0">
                <a:solidFill>
                  <a:srgbClr val="582808"/>
                </a:solidFill>
                <a:latin typeface="Calibri"/>
              </a:rPr>
              <a:t> la solución más acorde en función del porcentaje de nulos y el tipo de la columna.</a:t>
            </a:r>
            <a:br>
              <a:rPr sz="1600" dirty="0"/>
            </a:br>
            <a:r>
              <a:rPr lang="es-ES" sz="1600" b="0" strike="noStrike" spc="-1" dirty="0">
                <a:solidFill>
                  <a:srgbClr val="582808"/>
                </a:solidFill>
                <a:latin typeface="Calibri"/>
              </a:rPr>
              <a:t>Aplicamos tratamientos que van desde la eliminación de una </a:t>
            </a:r>
            <a:r>
              <a:rPr lang="es-ES" sz="1600" b="0" strike="noStrike" spc="-1" dirty="0" err="1">
                <a:solidFill>
                  <a:srgbClr val="582808"/>
                </a:solidFill>
                <a:latin typeface="Calibri"/>
              </a:rPr>
              <a:t>feature</a:t>
            </a:r>
            <a:r>
              <a:rPr lang="es-ES" sz="1600" b="0" strike="noStrike" spc="-1" dirty="0">
                <a:solidFill>
                  <a:srgbClr val="582808"/>
                </a:solidFill>
                <a:latin typeface="Calibri"/>
              </a:rPr>
              <a:t> completa al presentar un porcentaje muy elevado de </a:t>
            </a:r>
            <a:r>
              <a:rPr lang="es-ES" sz="1600" b="0" strike="noStrike" spc="-1" dirty="0" err="1">
                <a:solidFill>
                  <a:srgbClr val="582808"/>
                </a:solidFill>
                <a:latin typeface="Calibri"/>
              </a:rPr>
              <a:t>missings</a:t>
            </a:r>
            <a:r>
              <a:rPr lang="es-ES" sz="1600" b="0" strike="noStrike" spc="-1" dirty="0">
                <a:solidFill>
                  <a:srgbClr val="582808"/>
                </a:solidFill>
                <a:latin typeface="Calibri"/>
              </a:rPr>
              <a:t> y ser de poca relevancia para el objetivo, hasta imputación de medianas, modas, mapeo de datos en función de clasificación de los valores e imputación de 0 u otros valores según la distribución de cada </a:t>
            </a:r>
            <a:r>
              <a:rPr lang="es-ES" sz="1600" b="0" strike="noStrike" spc="-1" dirty="0" err="1">
                <a:solidFill>
                  <a:srgbClr val="582808"/>
                </a:solidFill>
                <a:latin typeface="Calibri"/>
              </a:rPr>
              <a:t>feature</a:t>
            </a:r>
            <a:r>
              <a:rPr lang="es-ES" sz="1600" b="0" strike="noStrike" spc="-1" dirty="0">
                <a:solidFill>
                  <a:srgbClr val="582808"/>
                </a:solidFill>
                <a:latin typeface="Calibri"/>
              </a:rPr>
              <a:t>.</a:t>
            </a:r>
            <a:br>
              <a:rPr sz="1600" dirty="0"/>
            </a:br>
            <a:r>
              <a:rPr lang="es-ES" sz="1600" b="0" strike="noStrike" spc="-1" dirty="0">
                <a:solidFill>
                  <a:srgbClr val="582808"/>
                </a:solidFill>
                <a:latin typeface="Calibri"/>
              </a:rPr>
              <a:t> </a:t>
            </a:r>
            <a:endParaRPr lang="es-ES" sz="1600" b="0" strike="noStrike" spc="-1" dirty="0">
              <a:solidFill>
                <a:srgbClr val="000000"/>
              </a:solidFill>
              <a:latin typeface="Arial"/>
            </a:endParaRPr>
          </a:p>
          <a:p>
            <a:pPr marL="216000" indent="-216000" defTabSz="914400">
              <a:lnSpc>
                <a:spcPct val="100000"/>
              </a:lnSpc>
              <a:buClr>
                <a:srgbClr val="582808"/>
              </a:buClr>
              <a:buFont typeface="Wingdings" charset="2"/>
              <a:buChar char=""/>
            </a:pPr>
            <a:r>
              <a:rPr lang="es-ES" sz="1600" b="0" strike="noStrike" spc="-1" dirty="0">
                <a:solidFill>
                  <a:srgbClr val="582808"/>
                </a:solidFill>
                <a:latin typeface="Calibri"/>
              </a:rPr>
              <a:t>Por último, para concluir con esta evaluación preliminar de features, detectamos los posibles </a:t>
            </a:r>
            <a:r>
              <a:rPr lang="es-ES" sz="1600" b="0" strike="noStrike" spc="-1" dirty="0" err="1">
                <a:solidFill>
                  <a:srgbClr val="582808"/>
                </a:solidFill>
                <a:latin typeface="Calibri"/>
              </a:rPr>
              <a:t>outliers</a:t>
            </a:r>
            <a:r>
              <a:rPr lang="es-ES" sz="1600" b="0" strike="noStrike" spc="-1" dirty="0">
                <a:solidFill>
                  <a:srgbClr val="582808"/>
                </a:solidFill>
                <a:latin typeface="Calibri"/>
              </a:rPr>
              <a:t>.</a:t>
            </a:r>
            <a:br>
              <a:rPr sz="1600" dirty="0"/>
            </a:br>
            <a:r>
              <a:rPr lang="es-ES" sz="1600" b="0" strike="noStrike" spc="-1" dirty="0">
                <a:solidFill>
                  <a:srgbClr val="582808"/>
                </a:solidFill>
                <a:latin typeface="Calibri"/>
              </a:rPr>
              <a:t>En nuestro caso visualizamos los percentiles extremos 1% y 99% para comparar con los valores mínimos y máximos.</a:t>
            </a:r>
            <a:br>
              <a:rPr sz="1600" dirty="0"/>
            </a:br>
            <a:r>
              <a:rPr lang="es-ES" sz="1600" b="0" strike="noStrike" spc="-1" dirty="0">
                <a:solidFill>
                  <a:srgbClr val="582808"/>
                </a:solidFill>
                <a:latin typeface="Calibri"/>
              </a:rPr>
              <a:t>Con esta visualización, igualamos los máximos al valor del percentil 99% de alguna </a:t>
            </a:r>
            <a:r>
              <a:rPr lang="es-ES" sz="1600" b="0" strike="noStrike" spc="-1" dirty="0" err="1">
                <a:solidFill>
                  <a:srgbClr val="582808"/>
                </a:solidFill>
                <a:latin typeface="Calibri"/>
              </a:rPr>
              <a:t>feature</a:t>
            </a:r>
            <a:r>
              <a:rPr lang="es-ES" sz="1600" b="0" strike="noStrike" spc="-1" dirty="0">
                <a:solidFill>
                  <a:srgbClr val="582808"/>
                </a:solidFill>
                <a:latin typeface="Calibri"/>
              </a:rPr>
              <a:t> que carecía de sentido ese valor máximo.</a:t>
            </a:r>
            <a:endParaRPr lang="es-ES" sz="1600" b="0" strike="noStrike" spc="-1" dirty="0">
              <a:solidFill>
                <a:srgbClr val="000000"/>
              </a:solidFill>
              <a:latin typeface="Arial"/>
            </a:endParaRPr>
          </a:p>
        </p:txBody>
      </p:sp>
      <p:pic>
        <p:nvPicPr>
          <p:cNvPr id="72" name="Imagen 7">
            <a:extLst>
              <a:ext uri="{FF2B5EF4-FFF2-40B4-BE49-F238E27FC236}">
                <a16:creationId xmlns:a16="http://schemas.microsoft.com/office/drawing/2014/main" id="{EBC7D6D4-07E0-CC47-5617-19C0074BD8A4}"/>
              </a:ext>
            </a:extLst>
          </p:cNvPr>
          <p:cNvPicPr/>
          <p:nvPr/>
        </p:nvPicPr>
        <p:blipFill>
          <a:blip r:embed="rId2"/>
          <a:stretch/>
        </p:blipFill>
        <p:spPr>
          <a:xfrm>
            <a:off x="10348920" y="479520"/>
            <a:ext cx="1314000" cy="987840"/>
          </a:xfrm>
          <a:prstGeom prst="rect">
            <a:avLst/>
          </a:prstGeom>
          <a:ln w="0">
            <a:noFill/>
          </a:ln>
        </p:spPr>
      </p:pic>
    </p:spTree>
    <p:extLst>
      <p:ext uri="{BB962C8B-B14F-4D97-AF65-F5344CB8AC3E}">
        <p14:creationId xmlns:p14="http://schemas.microsoft.com/office/powerpoint/2010/main" val="42207502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 name="Rectángulo 3"/>
          <p:cNvSpPr/>
          <p:nvPr/>
        </p:nvSpPr>
        <p:spPr>
          <a:xfrm>
            <a:off x="960" y="0"/>
            <a:ext cx="12191040" cy="685692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endParaRPr lang="es-ES" sz="1800" b="0" strike="noStrike" spc="-1">
              <a:solidFill>
                <a:schemeClr val="lt1"/>
              </a:solidFill>
              <a:latin typeface="Calibri"/>
            </a:endParaRPr>
          </a:p>
        </p:txBody>
      </p:sp>
      <p:sp>
        <p:nvSpPr>
          <p:cNvPr id="74" name="CuadroTexto 15"/>
          <p:cNvSpPr/>
          <p:nvPr/>
        </p:nvSpPr>
        <p:spPr>
          <a:xfrm>
            <a:off x="527760" y="479520"/>
            <a:ext cx="11135160" cy="623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3500" b="1" strike="noStrike" spc="-1">
                <a:solidFill>
                  <a:srgbClr val="582808"/>
                </a:solidFill>
                <a:latin typeface="Calibri Light"/>
                <a:ea typeface="Microsoft YaHei"/>
              </a:rPr>
              <a:t>EDA – Feature engineering </a:t>
            </a:r>
            <a:r>
              <a:rPr lang="es-ES" sz="3500" b="1" strike="noStrike" spc="-1">
                <a:solidFill>
                  <a:srgbClr val="582808"/>
                </a:solidFill>
                <a:latin typeface="Calibri Light"/>
              </a:rPr>
              <a:t> (JAVI)</a:t>
            </a:r>
            <a:endParaRPr lang="es-ES" sz="3500" b="0" strike="noStrike" spc="-1">
              <a:solidFill>
                <a:srgbClr val="000000"/>
              </a:solidFill>
              <a:latin typeface="Arial"/>
            </a:endParaRPr>
          </a:p>
        </p:txBody>
      </p:sp>
      <p:sp>
        <p:nvSpPr>
          <p:cNvPr id="75" name="CuadroTexto 16"/>
          <p:cNvSpPr/>
          <p:nvPr/>
        </p:nvSpPr>
        <p:spPr>
          <a:xfrm>
            <a:off x="716400" y="1582200"/>
            <a:ext cx="10946520" cy="452286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1600" b="0" strike="noStrike" spc="-1" dirty="0">
                <a:solidFill>
                  <a:srgbClr val="582808"/>
                </a:solidFill>
                <a:latin typeface="Calibri"/>
              </a:rPr>
              <a:t>Dado el objetivo de nuestro modelo de Machine </a:t>
            </a:r>
            <a:r>
              <a:rPr lang="es-ES" sz="1600" b="0" strike="noStrike" spc="-1" dirty="0" err="1">
                <a:solidFill>
                  <a:srgbClr val="582808"/>
                </a:solidFill>
                <a:latin typeface="Calibri"/>
              </a:rPr>
              <a:t>Learning</a:t>
            </a:r>
            <a:r>
              <a:rPr lang="es-ES" sz="1600" b="0" strike="noStrike" spc="-1" dirty="0">
                <a:solidFill>
                  <a:srgbClr val="582808"/>
                </a:solidFill>
                <a:latin typeface="Calibri"/>
              </a:rPr>
              <a:t>, teníamos que tratar las </a:t>
            </a:r>
            <a:r>
              <a:rPr lang="es-ES" sz="1600" b="0" strike="noStrike" spc="-1" dirty="0" err="1">
                <a:solidFill>
                  <a:srgbClr val="582808"/>
                </a:solidFill>
                <a:latin typeface="Calibri"/>
              </a:rPr>
              <a:t>features</a:t>
            </a:r>
            <a:r>
              <a:rPr lang="es-ES" sz="1600" b="0" strike="noStrike" spc="-1" dirty="0">
                <a:solidFill>
                  <a:srgbClr val="582808"/>
                </a:solidFill>
                <a:latin typeface="Calibri"/>
              </a:rPr>
              <a:t> categóricas en numéricas, de forma que pudiésemos dotarlas de sentido y significado para el entrenamiento del modelo.</a:t>
            </a:r>
            <a:endParaRPr lang="es-ES" sz="1600" b="0" strike="noStrike" spc="-1" dirty="0">
              <a:solidFill>
                <a:srgbClr val="000000"/>
              </a:solidFill>
              <a:latin typeface="Arial"/>
            </a:endParaRPr>
          </a:p>
          <a:p>
            <a:pPr defTabSz="914400">
              <a:lnSpc>
                <a:spcPct val="100000"/>
              </a:lnSpc>
            </a:pPr>
            <a:endParaRPr lang="es-ES" sz="1600" b="0" strike="noStrike" spc="-1" dirty="0">
              <a:solidFill>
                <a:srgbClr val="000000"/>
              </a:solidFill>
              <a:latin typeface="Arial"/>
            </a:endParaRPr>
          </a:p>
          <a:p>
            <a:pPr defTabSz="914400">
              <a:lnSpc>
                <a:spcPct val="100000"/>
              </a:lnSpc>
            </a:pPr>
            <a:r>
              <a:rPr lang="es-ES" sz="1600" b="0" strike="noStrike" spc="-1" dirty="0">
                <a:solidFill>
                  <a:srgbClr val="582808"/>
                </a:solidFill>
                <a:latin typeface="Calibri"/>
              </a:rPr>
              <a:t>Por ello, tratamos individualmente cada columna categórica y fuimos aplicando el </a:t>
            </a:r>
            <a:r>
              <a:rPr lang="es-ES" sz="1600" b="0" strike="noStrike" spc="-1" dirty="0" err="1">
                <a:solidFill>
                  <a:srgbClr val="582808"/>
                </a:solidFill>
                <a:latin typeface="Calibri"/>
              </a:rPr>
              <a:t>encoding</a:t>
            </a:r>
            <a:r>
              <a:rPr lang="es-ES" sz="1600" b="0" strike="noStrike" spc="-1" dirty="0">
                <a:solidFill>
                  <a:srgbClr val="582808"/>
                </a:solidFill>
                <a:latin typeface="Calibri"/>
              </a:rPr>
              <a:t> más acorde en función de su cardinalidad.</a:t>
            </a:r>
            <a:endParaRPr lang="es-ES" sz="1600" b="0" strike="noStrike" spc="-1" dirty="0">
              <a:solidFill>
                <a:srgbClr val="000000"/>
              </a:solidFill>
              <a:latin typeface="Arial"/>
            </a:endParaRPr>
          </a:p>
          <a:p>
            <a:pPr defTabSz="914400">
              <a:lnSpc>
                <a:spcPct val="100000"/>
              </a:lnSpc>
            </a:pPr>
            <a:endParaRPr lang="es-ES" sz="1600" b="0" strike="noStrike" spc="-1" dirty="0">
              <a:solidFill>
                <a:srgbClr val="000000"/>
              </a:solidFill>
              <a:latin typeface="Arial"/>
            </a:endParaRPr>
          </a:p>
          <a:p>
            <a:pPr defTabSz="914400">
              <a:lnSpc>
                <a:spcPct val="100000"/>
              </a:lnSpc>
            </a:pPr>
            <a:r>
              <a:rPr lang="es-ES" sz="1600" b="0" strike="noStrike" spc="-1" dirty="0">
                <a:solidFill>
                  <a:srgbClr val="582808"/>
                </a:solidFill>
                <a:latin typeface="Calibri"/>
              </a:rPr>
              <a:t>Algunas </a:t>
            </a:r>
            <a:r>
              <a:rPr lang="es-ES" sz="1600" b="0" strike="noStrike" spc="-1" dirty="0" err="1">
                <a:solidFill>
                  <a:srgbClr val="582808"/>
                </a:solidFill>
                <a:latin typeface="Calibri"/>
              </a:rPr>
              <a:t>features</a:t>
            </a:r>
            <a:r>
              <a:rPr lang="es-ES" sz="1600" b="0" strike="noStrike" spc="-1" dirty="0">
                <a:solidFill>
                  <a:srgbClr val="582808"/>
                </a:solidFill>
                <a:latin typeface="Calibri"/>
              </a:rPr>
              <a:t> con pocos valores únicos era fácilmente transformables en binarias o aplicándoles </a:t>
            </a:r>
            <a:r>
              <a:rPr lang="es-ES" sz="1600" b="0" strike="noStrike" spc="-1" dirty="0" err="1">
                <a:solidFill>
                  <a:srgbClr val="582808"/>
                </a:solidFill>
                <a:latin typeface="Calibri"/>
              </a:rPr>
              <a:t>one-hot-encoding</a:t>
            </a:r>
            <a:r>
              <a:rPr lang="es-ES" sz="1600" b="0" strike="noStrike" spc="-1" dirty="0">
                <a:solidFill>
                  <a:srgbClr val="582808"/>
                </a:solidFill>
                <a:latin typeface="Calibri"/>
              </a:rPr>
              <a:t> para la generación de estas columnas binarias-numéricas y alguna variable susceptible de mapeo de datos para su conversión en numérica.</a:t>
            </a:r>
            <a:endParaRPr lang="es-ES" sz="1600" b="0" strike="noStrike" spc="-1" dirty="0">
              <a:solidFill>
                <a:srgbClr val="000000"/>
              </a:solidFill>
              <a:latin typeface="Arial"/>
            </a:endParaRPr>
          </a:p>
          <a:p>
            <a:pPr defTabSz="914400">
              <a:lnSpc>
                <a:spcPct val="100000"/>
              </a:lnSpc>
            </a:pPr>
            <a:endParaRPr lang="es-ES" sz="1600" b="0" strike="noStrike" spc="-1" dirty="0">
              <a:solidFill>
                <a:srgbClr val="000000"/>
              </a:solidFill>
              <a:latin typeface="Arial"/>
            </a:endParaRPr>
          </a:p>
          <a:p>
            <a:pPr defTabSz="914400">
              <a:lnSpc>
                <a:spcPct val="100000"/>
              </a:lnSpc>
            </a:pPr>
            <a:r>
              <a:rPr lang="es-ES" sz="1600" b="0" strike="noStrike" spc="-1" dirty="0">
                <a:solidFill>
                  <a:srgbClr val="582808"/>
                </a:solidFill>
                <a:latin typeface="Calibri"/>
              </a:rPr>
              <a:t>En el caso de otras </a:t>
            </a:r>
            <a:r>
              <a:rPr lang="es-ES" sz="1600" b="0" strike="noStrike" spc="-1" dirty="0" err="1">
                <a:solidFill>
                  <a:srgbClr val="582808"/>
                </a:solidFill>
                <a:latin typeface="Calibri"/>
              </a:rPr>
              <a:t>features</a:t>
            </a:r>
            <a:r>
              <a:rPr lang="es-ES" sz="1600" b="0" strike="noStrike" spc="-1" dirty="0">
                <a:solidFill>
                  <a:srgbClr val="582808"/>
                </a:solidFill>
                <a:latin typeface="Calibri"/>
              </a:rPr>
              <a:t> de tipo texto, extrajimos parte numérica que podía tener sentido para el modelo y también tratamos la parte de texto generando una columna binaria si por ejemplo la fila del </a:t>
            </a:r>
            <a:r>
              <a:rPr lang="es-ES" sz="1600" b="0" strike="noStrike" spc="-1" dirty="0" err="1">
                <a:solidFill>
                  <a:srgbClr val="582808"/>
                </a:solidFill>
                <a:latin typeface="Calibri"/>
              </a:rPr>
              <a:t>dataset</a:t>
            </a:r>
            <a:r>
              <a:rPr lang="es-ES" sz="1600" b="0" strike="noStrike" spc="-1" dirty="0">
                <a:solidFill>
                  <a:srgbClr val="582808"/>
                </a:solidFill>
                <a:latin typeface="Calibri"/>
              </a:rPr>
              <a:t> tenía una característica o no.</a:t>
            </a:r>
            <a:endParaRPr lang="es-ES" sz="1600" b="0" strike="noStrike" spc="-1" dirty="0">
              <a:solidFill>
                <a:srgbClr val="000000"/>
              </a:solidFill>
              <a:latin typeface="Arial"/>
            </a:endParaRPr>
          </a:p>
          <a:p>
            <a:pPr defTabSz="914400">
              <a:lnSpc>
                <a:spcPct val="100000"/>
              </a:lnSpc>
            </a:pPr>
            <a:endParaRPr lang="es-ES" sz="1600" b="0" strike="noStrike" spc="-1" dirty="0">
              <a:solidFill>
                <a:srgbClr val="000000"/>
              </a:solidFill>
              <a:latin typeface="Arial"/>
            </a:endParaRPr>
          </a:p>
          <a:p>
            <a:pPr defTabSz="914400">
              <a:lnSpc>
                <a:spcPct val="100000"/>
              </a:lnSpc>
            </a:pPr>
            <a:r>
              <a:rPr lang="es-ES" sz="1600" b="0" strike="noStrike" spc="-1" dirty="0">
                <a:solidFill>
                  <a:srgbClr val="582808"/>
                </a:solidFill>
                <a:latin typeface="Calibri"/>
              </a:rPr>
              <a:t>Con todo ello, fuimos transformando las categóricas en numéricas, aportando valor a las </a:t>
            </a:r>
            <a:r>
              <a:rPr lang="es-ES" sz="1600" b="0" strike="noStrike" spc="-1" dirty="0" err="1">
                <a:solidFill>
                  <a:srgbClr val="582808"/>
                </a:solidFill>
                <a:latin typeface="Calibri"/>
              </a:rPr>
              <a:t>features</a:t>
            </a:r>
            <a:r>
              <a:rPr lang="es-ES" sz="1600" b="0" strike="noStrike" spc="-1" dirty="0">
                <a:solidFill>
                  <a:srgbClr val="582808"/>
                </a:solidFill>
                <a:latin typeface="Calibri"/>
              </a:rPr>
              <a:t> para mejorar el aprendizaje del modelo.</a:t>
            </a:r>
            <a:endParaRPr lang="es-ES" sz="1600" b="0" strike="noStrike" spc="-1" dirty="0">
              <a:solidFill>
                <a:srgbClr val="000000"/>
              </a:solidFill>
              <a:latin typeface="Arial"/>
            </a:endParaRPr>
          </a:p>
          <a:p>
            <a:pPr defTabSz="914400">
              <a:lnSpc>
                <a:spcPct val="100000"/>
              </a:lnSpc>
            </a:pPr>
            <a:r>
              <a:rPr lang="es-ES" sz="1600" b="0" strike="noStrike" spc="-1" dirty="0">
                <a:solidFill>
                  <a:srgbClr val="582808"/>
                </a:solidFill>
                <a:latin typeface="Calibri"/>
              </a:rPr>
              <a:t>Por último, alguna </a:t>
            </a:r>
            <a:r>
              <a:rPr lang="es-ES" sz="1600" b="0" strike="noStrike" spc="-1" dirty="0" err="1">
                <a:solidFill>
                  <a:srgbClr val="582808"/>
                </a:solidFill>
                <a:latin typeface="Calibri"/>
              </a:rPr>
              <a:t>feature</a:t>
            </a:r>
            <a:r>
              <a:rPr lang="es-ES" sz="1600" b="0" strike="noStrike" spc="-1" dirty="0">
                <a:solidFill>
                  <a:srgbClr val="582808"/>
                </a:solidFill>
                <a:latin typeface="Calibri"/>
              </a:rPr>
              <a:t> con alta cardinalidad, tuvimos que aplicarle </a:t>
            </a:r>
            <a:r>
              <a:rPr lang="es-ES" sz="1600" b="0" strike="noStrike" spc="-1" dirty="0" err="1">
                <a:solidFill>
                  <a:srgbClr val="582808"/>
                </a:solidFill>
                <a:latin typeface="Calibri"/>
              </a:rPr>
              <a:t>feature</a:t>
            </a:r>
            <a:r>
              <a:rPr lang="es-ES" sz="1600" b="0" strike="noStrike" spc="-1" dirty="0">
                <a:solidFill>
                  <a:srgbClr val="582808"/>
                </a:solidFill>
                <a:latin typeface="Calibri"/>
              </a:rPr>
              <a:t> </a:t>
            </a:r>
            <a:r>
              <a:rPr lang="es-ES" sz="1600" b="0" strike="noStrike" spc="-1" dirty="0" err="1">
                <a:solidFill>
                  <a:srgbClr val="582808"/>
                </a:solidFill>
                <a:latin typeface="Calibri"/>
              </a:rPr>
              <a:t>encoding</a:t>
            </a:r>
            <a:r>
              <a:rPr lang="es-ES" sz="1600" b="0" strike="noStrike" spc="-1" dirty="0">
                <a:solidFill>
                  <a:srgbClr val="582808"/>
                </a:solidFill>
                <a:latin typeface="Calibri"/>
              </a:rPr>
              <a:t> para dotarla de sentido para el modelo, por lo que este tratamiento lo aplicamos únicamente a </a:t>
            </a:r>
            <a:r>
              <a:rPr lang="es-ES" sz="1600" b="0" strike="noStrike" spc="-1" dirty="0" err="1">
                <a:solidFill>
                  <a:srgbClr val="582808"/>
                </a:solidFill>
                <a:latin typeface="Calibri"/>
              </a:rPr>
              <a:t>train</a:t>
            </a:r>
            <a:r>
              <a:rPr lang="es-ES" sz="1600" b="0" strike="noStrike" spc="-1" dirty="0">
                <a:solidFill>
                  <a:srgbClr val="582808"/>
                </a:solidFill>
                <a:latin typeface="Calibri"/>
              </a:rPr>
              <a:t> para no provocar un “</a:t>
            </a:r>
            <a:r>
              <a:rPr lang="es-ES" sz="1600" b="0" i="1" strike="noStrike" spc="-1" dirty="0">
                <a:solidFill>
                  <a:srgbClr val="582808"/>
                </a:solidFill>
                <a:latin typeface="Calibri"/>
              </a:rPr>
              <a:t>data </a:t>
            </a:r>
            <a:r>
              <a:rPr lang="es-ES" sz="1600" b="0" i="1" strike="noStrike" spc="-1" dirty="0" err="1">
                <a:solidFill>
                  <a:srgbClr val="582808"/>
                </a:solidFill>
                <a:latin typeface="Calibri"/>
              </a:rPr>
              <a:t>leakage</a:t>
            </a:r>
            <a:r>
              <a:rPr lang="es-ES" sz="1600" b="0" strike="noStrike" spc="-1" dirty="0">
                <a:solidFill>
                  <a:srgbClr val="582808"/>
                </a:solidFill>
                <a:latin typeface="Calibri"/>
              </a:rPr>
              <a:t>” en los datos sobre los que predeciríamos.</a:t>
            </a:r>
            <a:endParaRPr lang="es-ES" sz="1600" b="0" strike="noStrike" spc="-1" dirty="0">
              <a:solidFill>
                <a:srgbClr val="000000"/>
              </a:solidFill>
              <a:latin typeface="Arial"/>
            </a:endParaRPr>
          </a:p>
        </p:txBody>
      </p:sp>
      <p:pic>
        <p:nvPicPr>
          <p:cNvPr id="76" name="Imagen 9"/>
          <p:cNvPicPr/>
          <p:nvPr/>
        </p:nvPicPr>
        <p:blipFill>
          <a:blip r:embed="rId2"/>
          <a:stretch/>
        </p:blipFill>
        <p:spPr>
          <a:xfrm>
            <a:off x="10348920" y="479520"/>
            <a:ext cx="1314000" cy="987840"/>
          </a:xfrm>
          <a:prstGeom prst="rect">
            <a:avLst/>
          </a:prstGeom>
          <a:ln w="0">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Rectángulo 5"/>
          <p:cNvSpPr/>
          <p:nvPr/>
        </p:nvSpPr>
        <p:spPr>
          <a:xfrm>
            <a:off x="960" y="0"/>
            <a:ext cx="12191040" cy="685692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s-ES" sz="1800" b="0" strike="noStrike" spc="-1" dirty="0">
              <a:solidFill>
                <a:schemeClr val="lt1"/>
              </a:solidFill>
              <a:latin typeface="Calibri"/>
            </a:endParaRPr>
          </a:p>
        </p:txBody>
      </p:sp>
      <p:sp>
        <p:nvSpPr>
          <p:cNvPr id="66" name="CuadroTexto 7"/>
          <p:cNvSpPr/>
          <p:nvPr/>
        </p:nvSpPr>
        <p:spPr>
          <a:xfrm>
            <a:off x="527760" y="479520"/>
            <a:ext cx="11135160" cy="1014209"/>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r>
              <a:rPr lang="es-ES" sz="3500" b="1" spc="-1" dirty="0">
                <a:solidFill>
                  <a:schemeClr val="accent2">
                    <a:lumMod val="50000"/>
                  </a:schemeClr>
                </a:solidFill>
                <a:latin typeface="+mj-lt"/>
              </a:rPr>
              <a:t>Modelado y resultados </a:t>
            </a:r>
            <a:r>
              <a:rPr lang="es-ES" sz="2500" b="1" spc="-1" dirty="0">
                <a:solidFill>
                  <a:schemeClr val="accent2">
                    <a:lumMod val="50000"/>
                  </a:schemeClr>
                </a:solidFill>
                <a:latin typeface="+mj-lt"/>
              </a:rPr>
              <a:t>(Selección de métricas y Cross Validation)</a:t>
            </a:r>
          </a:p>
          <a:p>
            <a:endParaRPr lang="es-ES" sz="2500" b="1" spc="-1" dirty="0">
              <a:solidFill>
                <a:schemeClr val="accent2">
                  <a:lumMod val="50000"/>
                </a:schemeClr>
              </a:solidFill>
              <a:latin typeface="+mj-lt"/>
            </a:endParaRPr>
          </a:p>
        </p:txBody>
      </p:sp>
      <p:sp>
        <p:nvSpPr>
          <p:cNvPr id="67" name="CuadroTexto 2"/>
          <p:cNvSpPr/>
          <p:nvPr/>
        </p:nvSpPr>
        <p:spPr>
          <a:xfrm>
            <a:off x="716400" y="1947960"/>
            <a:ext cx="1094652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endParaRPr lang="es-ES" sz="1800" b="0" strike="noStrike" spc="-1" dirty="0">
              <a:solidFill>
                <a:srgbClr val="000000"/>
              </a:solidFill>
              <a:latin typeface="Arial"/>
            </a:endParaRPr>
          </a:p>
        </p:txBody>
      </p:sp>
      <p:sp>
        <p:nvSpPr>
          <p:cNvPr id="6" name="Rectangle 3">
            <a:extLst>
              <a:ext uri="{FF2B5EF4-FFF2-40B4-BE49-F238E27FC236}">
                <a16:creationId xmlns:a16="http://schemas.microsoft.com/office/drawing/2014/main" id="{837AF994-6692-B983-CB34-D40E8FFF1DA6}"/>
              </a:ext>
            </a:extLst>
          </p:cNvPr>
          <p:cNvSpPr>
            <a:spLocks noChangeArrowheads="1"/>
          </p:cNvSpPr>
          <p:nvPr/>
        </p:nvSpPr>
        <p:spPr bwMode="auto">
          <a:xfrm>
            <a:off x="458159" y="1558252"/>
            <a:ext cx="11733841" cy="40934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s-CL" altLang="es-CL" sz="2000" b="0" i="0" u="none" strike="noStrike" cap="none" normalizeH="0" baseline="0" dirty="0">
                <a:ln>
                  <a:noFill/>
                </a:ln>
                <a:solidFill>
                  <a:schemeClr val="accent2">
                    <a:lumMod val="50000"/>
                  </a:schemeClr>
                </a:solidFill>
                <a:effectLst/>
                <a:latin typeface="+mj-lt"/>
              </a:rPr>
              <a:t>Transformamos el target a </a:t>
            </a:r>
            <a:r>
              <a:rPr kumimoji="0" lang="es-CL" altLang="es-CL" sz="2000" b="0" i="0" u="none" strike="noStrike" cap="none" normalizeH="0" baseline="0" dirty="0" err="1">
                <a:ln>
                  <a:noFill/>
                </a:ln>
                <a:solidFill>
                  <a:schemeClr val="accent2">
                    <a:lumMod val="50000"/>
                  </a:schemeClr>
                </a:solidFill>
                <a:effectLst/>
                <a:latin typeface="+mj-lt"/>
              </a:rPr>
              <a:t>revenue_log</a:t>
            </a:r>
            <a:r>
              <a:rPr kumimoji="0" lang="es-CL" altLang="es-CL" sz="2000" b="0" i="0" u="none" strike="noStrike" cap="none" normalizeH="0" baseline="0" dirty="0">
                <a:ln>
                  <a:noFill/>
                </a:ln>
                <a:solidFill>
                  <a:schemeClr val="accent2">
                    <a:lumMod val="50000"/>
                  </a:schemeClr>
                </a:solidFill>
                <a:effectLst/>
                <a:latin typeface="+mj-lt"/>
              </a:rPr>
              <a:t> = log1p(revenue) para reducir asimetría y el impacto de outliers en una variable monetaria.</a:t>
            </a:r>
          </a:p>
          <a:p>
            <a:pPr marL="0" marR="0" lvl="0" indent="0" algn="l" defTabSz="914400" rtl="0" eaLnBrk="0" fontAlgn="base" latinLnBrk="0" hangingPunct="0">
              <a:lnSpc>
                <a:spcPct val="100000"/>
              </a:lnSpc>
              <a:spcBef>
                <a:spcPct val="0"/>
              </a:spcBef>
              <a:spcAft>
                <a:spcPct val="0"/>
              </a:spcAft>
              <a:buClrTx/>
              <a:buSzTx/>
              <a:tabLst/>
            </a:pPr>
            <a:endParaRPr kumimoji="0" lang="es-CL" altLang="es-CL" sz="2000" b="0" i="0" u="none" strike="noStrike" cap="none" normalizeH="0" baseline="0" dirty="0">
              <a:ln>
                <a:noFill/>
              </a:ln>
              <a:solidFill>
                <a:schemeClr val="accent2">
                  <a:lumMod val="50000"/>
                </a:schemeClr>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s-CL" altLang="es-CL" sz="2000" b="0" i="0" u="none" strike="noStrike" cap="none" normalizeH="0" baseline="0" dirty="0">
                <a:ln>
                  <a:noFill/>
                </a:ln>
                <a:solidFill>
                  <a:schemeClr val="accent2">
                    <a:lumMod val="50000"/>
                  </a:schemeClr>
                </a:solidFill>
                <a:effectLst/>
                <a:latin typeface="+mj-lt"/>
              </a:rPr>
              <a:t>Elegimos </a:t>
            </a:r>
            <a:r>
              <a:rPr kumimoji="0" lang="es-CL" altLang="es-CL" sz="2000" b="1" i="0" u="none" strike="noStrike" cap="none" normalizeH="0" baseline="0" dirty="0">
                <a:ln>
                  <a:noFill/>
                </a:ln>
                <a:solidFill>
                  <a:schemeClr val="accent2">
                    <a:lumMod val="50000"/>
                  </a:schemeClr>
                </a:solidFill>
                <a:effectLst/>
                <a:latin typeface="+mj-lt"/>
              </a:rPr>
              <a:t>RMSE</a:t>
            </a:r>
            <a:r>
              <a:rPr kumimoji="0" lang="es-CL" altLang="es-CL" sz="2000" b="0" i="0" u="none" strike="noStrike" cap="none" normalizeH="0" baseline="0" dirty="0">
                <a:ln>
                  <a:noFill/>
                </a:ln>
                <a:solidFill>
                  <a:schemeClr val="accent2">
                    <a:lumMod val="50000"/>
                  </a:schemeClr>
                </a:solidFill>
                <a:effectLst/>
                <a:latin typeface="+mj-lt"/>
              </a:rPr>
              <a:t> como métrica principal (sobre </a:t>
            </a:r>
            <a:r>
              <a:rPr kumimoji="0" lang="es-CL" altLang="es-CL" sz="2000" b="0" i="0" u="none" strike="noStrike" cap="none" normalizeH="0" baseline="0" dirty="0" err="1">
                <a:ln>
                  <a:noFill/>
                </a:ln>
                <a:solidFill>
                  <a:schemeClr val="accent2">
                    <a:lumMod val="50000"/>
                  </a:schemeClr>
                </a:solidFill>
                <a:effectLst/>
                <a:latin typeface="+mj-lt"/>
              </a:rPr>
              <a:t>revenue_log</a:t>
            </a:r>
            <a:r>
              <a:rPr kumimoji="0" lang="es-CL" altLang="es-CL" sz="2000" b="0" i="0" u="none" strike="noStrike" cap="none" normalizeH="0" baseline="0" dirty="0">
                <a:ln>
                  <a:noFill/>
                </a:ln>
                <a:solidFill>
                  <a:schemeClr val="accent2">
                    <a:lumMod val="50000"/>
                  </a:schemeClr>
                </a:solidFill>
                <a:effectLst/>
                <a:latin typeface="+mj-lt"/>
              </a:rPr>
              <a:t>) porque penaliza más los errores grandes y permite comparar modelos de forma consistente.</a:t>
            </a:r>
          </a:p>
          <a:p>
            <a:pPr marL="0" marR="0" lvl="0" indent="0" algn="l" defTabSz="914400" rtl="0" eaLnBrk="0" fontAlgn="base" latinLnBrk="0" hangingPunct="0">
              <a:lnSpc>
                <a:spcPct val="100000"/>
              </a:lnSpc>
              <a:spcBef>
                <a:spcPct val="0"/>
              </a:spcBef>
              <a:spcAft>
                <a:spcPct val="0"/>
              </a:spcAft>
              <a:buClrTx/>
              <a:buSzTx/>
              <a:tabLst/>
            </a:pPr>
            <a:endParaRPr kumimoji="0" lang="es-CL" altLang="es-CL" sz="2000" b="0" i="0" u="none" strike="noStrike" cap="none" normalizeH="0" baseline="0" dirty="0">
              <a:ln>
                <a:noFill/>
              </a:ln>
              <a:solidFill>
                <a:schemeClr val="accent2">
                  <a:lumMod val="50000"/>
                </a:schemeClr>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s-CL" altLang="es-CL" sz="2000" b="0" i="0" u="none" strike="noStrike" cap="none" normalizeH="0" baseline="0" dirty="0">
                <a:ln>
                  <a:noFill/>
                </a:ln>
                <a:solidFill>
                  <a:schemeClr val="accent2">
                    <a:lumMod val="50000"/>
                  </a:schemeClr>
                </a:solidFill>
                <a:effectLst/>
                <a:latin typeface="+mj-lt"/>
              </a:rPr>
              <a:t>Para interpretar resultados en euros, deshacemos la transformación al evaluar: revenue = expm1(</a:t>
            </a:r>
            <a:r>
              <a:rPr kumimoji="0" lang="es-CL" altLang="es-CL" sz="2000" b="0" i="0" u="none" strike="noStrike" cap="none" normalizeH="0" baseline="0" dirty="0" err="1">
                <a:ln>
                  <a:noFill/>
                </a:ln>
                <a:solidFill>
                  <a:schemeClr val="accent2">
                    <a:lumMod val="50000"/>
                  </a:schemeClr>
                </a:solidFill>
                <a:effectLst/>
                <a:latin typeface="+mj-lt"/>
              </a:rPr>
              <a:t>revenue_log</a:t>
            </a:r>
            <a:r>
              <a:rPr kumimoji="0" lang="es-CL" altLang="es-CL" sz="2000" b="0" i="0" u="none" strike="noStrike" cap="none" normalizeH="0" baseline="0" dirty="0">
                <a:ln>
                  <a:noFill/>
                </a:ln>
                <a:solidFill>
                  <a:schemeClr val="accent2">
                    <a:lumMod val="50000"/>
                  </a:schemeClr>
                </a:solidFill>
                <a:effectLst/>
                <a:latin typeface="+mj-lt"/>
              </a:rPr>
              <a:t>).</a:t>
            </a:r>
          </a:p>
          <a:p>
            <a:pPr marL="0" marR="0" lvl="0" indent="0" algn="l" defTabSz="914400" rtl="0" eaLnBrk="0" fontAlgn="base" latinLnBrk="0" hangingPunct="0">
              <a:lnSpc>
                <a:spcPct val="100000"/>
              </a:lnSpc>
              <a:spcBef>
                <a:spcPct val="0"/>
              </a:spcBef>
              <a:spcAft>
                <a:spcPct val="0"/>
              </a:spcAft>
              <a:buClrTx/>
              <a:buSzTx/>
              <a:tabLst/>
            </a:pPr>
            <a:endParaRPr kumimoji="0" lang="es-CL" altLang="es-CL" sz="2000" b="0" i="0" u="none" strike="noStrike" cap="none" normalizeH="0" baseline="0" dirty="0">
              <a:ln>
                <a:noFill/>
              </a:ln>
              <a:solidFill>
                <a:schemeClr val="accent2">
                  <a:lumMod val="50000"/>
                </a:schemeClr>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s-CL" altLang="es-CL" sz="2000" b="0" i="0" u="none" strike="noStrike" cap="none" normalizeH="0" baseline="0" dirty="0">
                <a:ln>
                  <a:noFill/>
                </a:ln>
                <a:solidFill>
                  <a:schemeClr val="accent2">
                    <a:lumMod val="50000"/>
                  </a:schemeClr>
                </a:solidFill>
                <a:effectLst/>
                <a:latin typeface="+mj-lt"/>
              </a:rPr>
              <a:t>Establecimos un único protocolo de evaluación con </a:t>
            </a:r>
            <a:r>
              <a:rPr kumimoji="0" lang="es-CL" altLang="es-CL" sz="2000" b="1" i="0" u="none" strike="noStrike" cap="none" normalizeH="0" baseline="0" dirty="0">
                <a:ln>
                  <a:noFill/>
                </a:ln>
                <a:solidFill>
                  <a:schemeClr val="accent2">
                    <a:lumMod val="50000"/>
                  </a:schemeClr>
                </a:solidFill>
                <a:effectLst/>
                <a:latin typeface="+mj-lt"/>
              </a:rPr>
              <a:t>K-</a:t>
            </a:r>
            <a:r>
              <a:rPr kumimoji="0" lang="es-CL" altLang="es-CL" sz="2000" b="1" i="0" u="none" strike="noStrike" cap="none" normalizeH="0" baseline="0" dirty="0" err="1">
                <a:ln>
                  <a:noFill/>
                </a:ln>
                <a:solidFill>
                  <a:schemeClr val="accent2">
                    <a:lumMod val="50000"/>
                  </a:schemeClr>
                </a:solidFill>
                <a:effectLst/>
                <a:latin typeface="+mj-lt"/>
              </a:rPr>
              <a:t>Fold</a:t>
            </a:r>
            <a:r>
              <a:rPr kumimoji="0" lang="es-CL" altLang="es-CL" sz="2000" b="1" i="0" u="none" strike="noStrike" cap="none" normalizeH="0" baseline="0" dirty="0">
                <a:ln>
                  <a:noFill/>
                </a:ln>
                <a:solidFill>
                  <a:schemeClr val="accent2">
                    <a:lumMod val="50000"/>
                  </a:schemeClr>
                </a:solidFill>
                <a:effectLst/>
                <a:latin typeface="+mj-lt"/>
              </a:rPr>
              <a:t> Cross-Validation (k=5)</a:t>
            </a:r>
            <a:r>
              <a:rPr kumimoji="0" lang="es-CL" altLang="es-CL" sz="2000" b="0" i="0" u="none" strike="noStrike" cap="none" normalizeH="0" baseline="0" dirty="0">
                <a:ln>
                  <a:noFill/>
                </a:ln>
                <a:solidFill>
                  <a:schemeClr val="accent2">
                    <a:lumMod val="50000"/>
                  </a:schemeClr>
                </a:solidFill>
                <a:effectLst/>
                <a:latin typeface="+mj-lt"/>
              </a:rPr>
              <a:t>, usando shuffle=True y random_state= 42 para reproducibilidad.</a:t>
            </a:r>
          </a:p>
          <a:p>
            <a:pPr marL="0" marR="0" lvl="0" indent="0" algn="l" defTabSz="914400" rtl="0" eaLnBrk="0" fontAlgn="base" latinLnBrk="0" hangingPunct="0">
              <a:lnSpc>
                <a:spcPct val="100000"/>
              </a:lnSpc>
              <a:spcBef>
                <a:spcPct val="0"/>
              </a:spcBef>
              <a:spcAft>
                <a:spcPct val="0"/>
              </a:spcAft>
              <a:buClrTx/>
              <a:buSzTx/>
              <a:tabLst/>
            </a:pPr>
            <a:endParaRPr kumimoji="0" lang="es-CL" altLang="es-CL" sz="2000" b="0" i="0" u="none" strike="noStrike" cap="none" normalizeH="0" baseline="0" dirty="0">
              <a:ln>
                <a:noFill/>
              </a:ln>
              <a:solidFill>
                <a:schemeClr val="accent2">
                  <a:lumMod val="50000"/>
                </a:schemeClr>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s-CL" altLang="es-CL" sz="2000" b="0" i="0" u="none" strike="noStrike" cap="none" normalizeH="0" baseline="0" dirty="0">
                <a:ln>
                  <a:noFill/>
                </a:ln>
                <a:solidFill>
                  <a:schemeClr val="accent2">
                    <a:lumMod val="50000"/>
                  </a:schemeClr>
                </a:solidFill>
                <a:effectLst/>
                <a:latin typeface="+mj-lt"/>
              </a:rPr>
              <a:t>Regla clave: todos los modelos se evalúan con </a:t>
            </a:r>
            <a:r>
              <a:rPr kumimoji="0" lang="es-CL" altLang="es-CL" sz="2000" b="1" i="0" u="none" strike="noStrike" cap="none" normalizeH="0" baseline="0" dirty="0">
                <a:ln>
                  <a:noFill/>
                </a:ln>
                <a:solidFill>
                  <a:schemeClr val="accent2">
                    <a:lumMod val="50000"/>
                  </a:schemeClr>
                </a:solidFill>
                <a:effectLst/>
                <a:latin typeface="+mj-lt"/>
              </a:rPr>
              <a:t>la misma CV y la misma métrica</a:t>
            </a:r>
            <a:r>
              <a:rPr kumimoji="0" lang="es-CL" altLang="es-CL" sz="2000" b="0" i="0" u="none" strike="noStrike" cap="none" normalizeH="0" baseline="0" dirty="0">
                <a:ln>
                  <a:noFill/>
                </a:ln>
                <a:solidFill>
                  <a:schemeClr val="accent2">
                    <a:lumMod val="50000"/>
                  </a:schemeClr>
                </a:solidFill>
                <a:effectLst/>
                <a:latin typeface="+mj-lt"/>
              </a:rPr>
              <a:t>, evitando comparaciones sesgadas.</a:t>
            </a:r>
          </a:p>
        </p:txBody>
      </p:sp>
      <p:pic>
        <p:nvPicPr>
          <p:cNvPr id="7" name="Imagen 28">
            <a:hlinkClick r:id="rId2" action="ppaction://hlinksldjump"/>
            <a:extLst>
              <a:ext uri="{FF2B5EF4-FFF2-40B4-BE49-F238E27FC236}">
                <a16:creationId xmlns:a16="http://schemas.microsoft.com/office/drawing/2014/main" id="{79563867-AB1B-5C56-6DFA-397F157D8854}"/>
              </a:ext>
            </a:extLst>
          </p:cNvPr>
          <p:cNvPicPr/>
          <p:nvPr/>
        </p:nvPicPr>
        <p:blipFill>
          <a:blip r:embed="rId3"/>
          <a:stretch/>
        </p:blipFill>
        <p:spPr>
          <a:xfrm>
            <a:off x="10294560" y="242092"/>
            <a:ext cx="1368360" cy="1316160"/>
          </a:xfrm>
          <a:prstGeom prst="rect">
            <a:avLst/>
          </a:prstGeom>
          <a:ln w="0">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4D9308-8FED-78CC-795C-C73711E967AE}"/>
            </a:ext>
          </a:extLst>
        </p:cNvPr>
        <p:cNvGrpSpPr/>
        <p:nvPr/>
      </p:nvGrpSpPr>
      <p:grpSpPr>
        <a:xfrm>
          <a:off x="0" y="0"/>
          <a:ext cx="0" cy="0"/>
          <a:chOff x="0" y="0"/>
          <a:chExt cx="0" cy="0"/>
        </a:xfrm>
      </p:grpSpPr>
      <p:sp>
        <p:nvSpPr>
          <p:cNvPr id="65" name="Rectángulo 5">
            <a:extLst>
              <a:ext uri="{FF2B5EF4-FFF2-40B4-BE49-F238E27FC236}">
                <a16:creationId xmlns:a16="http://schemas.microsoft.com/office/drawing/2014/main" id="{E3F3403C-0898-DF37-8E0A-3CB66ED5BE76}"/>
              </a:ext>
            </a:extLst>
          </p:cNvPr>
          <p:cNvSpPr/>
          <p:nvPr/>
        </p:nvSpPr>
        <p:spPr>
          <a:xfrm>
            <a:off x="-180" y="1080"/>
            <a:ext cx="12191040" cy="685692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s-ES" sz="1800" b="0" strike="noStrike" spc="-1" dirty="0">
              <a:solidFill>
                <a:schemeClr val="lt1"/>
              </a:solidFill>
              <a:latin typeface="Calibri"/>
            </a:endParaRPr>
          </a:p>
        </p:txBody>
      </p:sp>
      <p:sp>
        <p:nvSpPr>
          <p:cNvPr id="66" name="CuadroTexto 7">
            <a:extLst>
              <a:ext uri="{FF2B5EF4-FFF2-40B4-BE49-F238E27FC236}">
                <a16:creationId xmlns:a16="http://schemas.microsoft.com/office/drawing/2014/main" id="{4A8F80E1-C4AD-C455-ACA7-7A77C7151180}"/>
              </a:ext>
            </a:extLst>
          </p:cNvPr>
          <p:cNvSpPr/>
          <p:nvPr/>
        </p:nvSpPr>
        <p:spPr>
          <a:xfrm>
            <a:off x="527760" y="479520"/>
            <a:ext cx="11135160" cy="644877"/>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r>
              <a:rPr lang="es-ES" sz="3500" b="1" spc="-1" dirty="0">
                <a:solidFill>
                  <a:schemeClr val="accent2">
                    <a:lumMod val="50000"/>
                  </a:schemeClr>
                </a:solidFill>
                <a:latin typeface="+mj-lt"/>
              </a:rPr>
              <a:t>Modelado y resultados </a:t>
            </a:r>
            <a:r>
              <a:rPr lang="es-ES" sz="2500" spc="-1" dirty="0">
                <a:solidFill>
                  <a:schemeClr val="accent2">
                    <a:lumMod val="50000"/>
                  </a:schemeClr>
                </a:solidFill>
              </a:rPr>
              <a:t>(Código/Baselines)</a:t>
            </a:r>
            <a:endParaRPr lang="es-ES" sz="2500" spc="-1" dirty="0">
              <a:solidFill>
                <a:schemeClr val="accent2">
                  <a:lumMod val="50000"/>
                </a:schemeClr>
              </a:solidFill>
              <a:latin typeface="+mj-lt"/>
            </a:endParaRPr>
          </a:p>
        </p:txBody>
      </p:sp>
      <p:pic>
        <p:nvPicPr>
          <p:cNvPr id="9" name="Imagen 8">
            <a:extLst>
              <a:ext uri="{FF2B5EF4-FFF2-40B4-BE49-F238E27FC236}">
                <a16:creationId xmlns:a16="http://schemas.microsoft.com/office/drawing/2014/main" id="{B064AFE3-85B3-17B3-E0BB-40B45DDAAC28}"/>
              </a:ext>
            </a:extLst>
          </p:cNvPr>
          <p:cNvPicPr>
            <a:picLocks noChangeAspect="1"/>
          </p:cNvPicPr>
          <p:nvPr/>
        </p:nvPicPr>
        <p:blipFill>
          <a:blip r:embed="rId2"/>
          <a:stretch>
            <a:fillRect/>
          </a:stretch>
        </p:blipFill>
        <p:spPr>
          <a:xfrm>
            <a:off x="322569" y="1178848"/>
            <a:ext cx="6379789" cy="5199632"/>
          </a:xfrm>
          <a:prstGeom prst="rect">
            <a:avLst/>
          </a:prstGeom>
        </p:spPr>
      </p:pic>
      <p:pic>
        <p:nvPicPr>
          <p:cNvPr id="11" name="Imagen 10">
            <a:extLst>
              <a:ext uri="{FF2B5EF4-FFF2-40B4-BE49-F238E27FC236}">
                <a16:creationId xmlns:a16="http://schemas.microsoft.com/office/drawing/2014/main" id="{0C91C020-F91E-B7DB-E38E-692A91AED81E}"/>
              </a:ext>
            </a:extLst>
          </p:cNvPr>
          <p:cNvPicPr>
            <a:picLocks noChangeAspect="1"/>
          </p:cNvPicPr>
          <p:nvPr/>
        </p:nvPicPr>
        <p:blipFill>
          <a:blip r:embed="rId3"/>
          <a:stretch>
            <a:fillRect/>
          </a:stretch>
        </p:blipFill>
        <p:spPr>
          <a:xfrm>
            <a:off x="6931996" y="1178848"/>
            <a:ext cx="3556179" cy="3118713"/>
          </a:xfrm>
          <a:prstGeom prst="rect">
            <a:avLst/>
          </a:prstGeom>
        </p:spPr>
      </p:pic>
      <p:pic>
        <p:nvPicPr>
          <p:cNvPr id="13" name="Imagen 12">
            <a:extLst>
              <a:ext uri="{FF2B5EF4-FFF2-40B4-BE49-F238E27FC236}">
                <a16:creationId xmlns:a16="http://schemas.microsoft.com/office/drawing/2014/main" id="{DE6A9D79-7F64-0582-1BE4-9B1C18070686}"/>
              </a:ext>
            </a:extLst>
          </p:cNvPr>
          <p:cNvPicPr>
            <a:picLocks noChangeAspect="1"/>
          </p:cNvPicPr>
          <p:nvPr/>
        </p:nvPicPr>
        <p:blipFill>
          <a:blip r:embed="rId4"/>
          <a:stretch>
            <a:fillRect/>
          </a:stretch>
        </p:blipFill>
        <p:spPr>
          <a:xfrm>
            <a:off x="6806860" y="4352012"/>
            <a:ext cx="5279497" cy="2221300"/>
          </a:xfrm>
          <a:prstGeom prst="rect">
            <a:avLst/>
          </a:prstGeom>
        </p:spPr>
      </p:pic>
      <p:pic>
        <p:nvPicPr>
          <p:cNvPr id="14" name="Imagen 28">
            <a:hlinkClick r:id="rId5" action="ppaction://hlinksldjump"/>
            <a:extLst>
              <a:ext uri="{FF2B5EF4-FFF2-40B4-BE49-F238E27FC236}">
                <a16:creationId xmlns:a16="http://schemas.microsoft.com/office/drawing/2014/main" id="{C696DD92-F277-9756-BA09-D6FA55EAF475}"/>
              </a:ext>
            </a:extLst>
          </p:cNvPr>
          <p:cNvPicPr/>
          <p:nvPr/>
        </p:nvPicPr>
        <p:blipFill>
          <a:blip r:embed="rId6"/>
          <a:stretch/>
        </p:blipFill>
        <p:spPr>
          <a:xfrm>
            <a:off x="10558530" y="143878"/>
            <a:ext cx="1368360" cy="1316160"/>
          </a:xfrm>
          <a:prstGeom prst="rect">
            <a:avLst/>
          </a:prstGeom>
          <a:ln w="0">
            <a:noFill/>
          </a:ln>
        </p:spPr>
      </p:pic>
    </p:spTree>
    <p:extLst>
      <p:ext uri="{BB962C8B-B14F-4D97-AF65-F5344CB8AC3E}">
        <p14:creationId xmlns:p14="http://schemas.microsoft.com/office/powerpoint/2010/main" val="29782319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62F821-4221-8CE2-3E79-8711C2084C04}"/>
            </a:ext>
          </a:extLst>
        </p:cNvPr>
        <p:cNvGrpSpPr/>
        <p:nvPr/>
      </p:nvGrpSpPr>
      <p:grpSpPr>
        <a:xfrm>
          <a:off x="0" y="0"/>
          <a:ext cx="0" cy="0"/>
          <a:chOff x="0" y="0"/>
          <a:chExt cx="0" cy="0"/>
        </a:xfrm>
      </p:grpSpPr>
      <p:sp>
        <p:nvSpPr>
          <p:cNvPr id="77" name="Rectángulo 5">
            <a:extLst>
              <a:ext uri="{FF2B5EF4-FFF2-40B4-BE49-F238E27FC236}">
                <a16:creationId xmlns:a16="http://schemas.microsoft.com/office/drawing/2014/main" id="{E96F509D-89D5-7270-4088-76C259A3ADBB}"/>
              </a:ext>
            </a:extLst>
          </p:cNvPr>
          <p:cNvSpPr/>
          <p:nvPr/>
        </p:nvSpPr>
        <p:spPr>
          <a:xfrm>
            <a:off x="960" y="0"/>
            <a:ext cx="12191040" cy="685692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s-ES" sz="1800" b="0" strike="noStrike" spc="-1">
              <a:solidFill>
                <a:schemeClr val="lt1"/>
              </a:solidFill>
              <a:latin typeface="Calibri"/>
            </a:endParaRPr>
          </a:p>
        </p:txBody>
      </p:sp>
      <p:sp>
        <p:nvSpPr>
          <p:cNvPr id="78" name="CuadroTexto 7">
            <a:extLst>
              <a:ext uri="{FF2B5EF4-FFF2-40B4-BE49-F238E27FC236}">
                <a16:creationId xmlns:a16="http://schemas.microsoft.com/office/drawing/2014/main" id="{DBF75072-AE1B-E16F-DAC5-BEC7F61FC2F7}"/>
              </a:ext>
            </a:extLst>
          </p:cNvPr>
          <p:cNvSpPr/>
          <p:nvPr/>
        </p:nvSpPr>
        <p:spPr>
          <a:xfrm>
            <a:off x="527760" y="479520"/>
            <a:ext cx="11135160" cy="62948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r>
              <a:rPr lang="es-ES" sz="3500" b="1" spc="-1" dirty="0">
                <a:solidFill>
                  <a:schemeClr val="accent2">
                    <a:lumMod val="50000"/>
                  </a:schemeClr>
                </a:solidFill>
                <a:latin typeface="+mj-lt"/>
              </a:rPr>
              <a:t>Modelado y resultados</a:t>
            </a:r>
            <a:endParaRPr lang="es-ES" sz="3500" b="1" strike="noStrike" spc="-1" dirty="0">
              <a:solidFill>
                <a:srgbClr val="000000"/>
              </a:solidFill>
              <a:latin typeface="+mj-lt"/>
            </a:endParaRPr>
          </a:p>
        </p:txBody>
      </p:sp>
      <p:sp>
        <p:nvSpPr>
          <p:cNvPr id="80" name="CuadroTexto 1">
            <a:extLst>
              <a:ext uri="{FF2B5EF4-FFF2-40B4-BE49-F238E27FC236}">
                <a16:creationId xmlns:a16="http://schemas.microsoft.com/office/drawing/2014/main" id="{6A1C6BDC-BC2D-1A12-3B61-E1A0C6BA88DE}"/>
              </a:ext>
            </a:extLst>
          </p:cNvPr>
          <p:cNvSpPr/>
          <p:nvPr/>
        </p:nvSpPr>
        <p:spPr>
          <a:xfrm>
            <a:off x="646200" y="1411200"/>
            <a:ext cx="11135160" cy="4204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endParaRPr lang="es-ES" sz="1800" b="0" strike="noStrike" spc="-1">
              <a:solidFill>
                <a:srgbClr val="000000"/>
              </a:solidFill>
              <a:latin typeface="Arial"/>
            </a:endParaRPr>
          </a:p>
        </p:txBody>
      </p:sp>
      <p:sp>
        <p:nvSpPr>
          <p:cNvPr id="6" name="Rectangle 4">
            <a:extLst>
              <a:ext uri="{FF2B5EF4-FFF2-40B4-BE49-F238E27FC236}">
                <a16:creationId xmlns:a16="http://schemas.microsoft.com/office/drawing/2014/main" id="{29D6A60C-93B8-2867-C0D4-31E81492AB3B}"/>
              </a:ext>
            </a:extLst>
          </p:cNvPr>
          <p:cNvSpPr>
            <a:spLocks noChangeArrowheads="1"/>
          </p:cNvSpPr>
          <p:nvPr/>
        </p:nvSpPr>
        <p:spPr bwMode="auto">
          <a:xfrm rot="10800000" flipV="1">
            <a:off x="105296" y="1242360"/>
            <a:ext cx="11557624" cy="47089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s-CL" altLang="es-CL" sz="2000" b="1" i="0" u="none" strike="noStrike" cap="none" normalizeH="0" baseline="0" dirty="0">
                <a:ln>
                  <a:noFill/>
                </a:ln>
                <a:solidFill>
                  <a:schemeClr val="tx1"/>
                </a:solidFill>
                <a:effectLst/>
                <a:latin typeface="+mj-lt"/>
              </a:rPr>
              <a:t>Pipelines por modelo:</a:t>
            </a:r>
            <a:r>
              <a:rPr kumimoji="0" lang="es-CL" altLang="es-CL" sz="2000" b="0" i="0" u="none" strike="noStrike" cap="none" normalizeH="0" baseline="0" dirty="0">
                <a:ln>
                  <a:noFill/>
                </a:ln>
                <a:solidFill>
                  <a:schemeClr val="tx1"/>
                </a:solidFill>
                <a:effectLst/>
                <a:latin typeface="+mj-lt"/>
              </a:rPr>
              <a:t> mismo preprocesado (imputación; escalado solo en lineales) para evitar leakage y comparar de forma justa.</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s-CL" altLang="es-CL" sz="20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s-CL" altLang="es-CL" sz="2000" b="1" i="0" u="none" strike="noStrike" cap="none" normalizeH="0" baseline="0" dirty="0">
                <a:ln>
                  <a:noFill/>
                </a:ln>
                <a:solidFill>
                  <a:schemeClr val="tx1"/>
                </a:solidFill>
                <a:effectLst/>
                <a:latin typeface="+mj-lt"/>
              </a:rPr>
              <a:t>Baseline y comparativa:</a:t>
            </a:r>
            <a:r>
              <a:rPr kumimoji="0" lang="es-CL" altLang="es-CL" sz="2000" b="0" i="0" u="none" strike="noStrike" cap="none" normalizeH="0" baseline="0" dirty="0">
                <a:ln>
                  <a:noFill/>
                </a:ln>
                <a:solidFill>
                  <a:schemeClr val="tx1"/>
                </a:solidFill>
                <a:effectLst/>
                <a:latin typeface="+mj-lt"/>
              </a:rPr>
              <a:t> probamos </a:t>
            </a:r>
            <a:r>
              <a:rPr kumimoji="0" lang="es-CL" altLang="es-CL" sz="2000" b="1" i="0" u="none" strike="noStrike" cap="none" normalizeH="0" baseline="0" dirty="0">
                <a:ln>
                  <a:noFill/>
                </a:ln>
                <a:solidFill>
                  <a:schemeClr val="tx1"/>
                </a:solidFill>
                <a:effectLst/>
                <a:latin typeface="+mj-lt"/>
              </a:rPr>
              <a:t>Ridge (baseline)</a:t>
            </a:r>
            <a:r>
              <a:rPr kumimoji="0" lang="es-CL" altLang="es-CL" sz="2000" b="0" i="0" u="none" strike="noStrike" cap="none" normalizeH="0" baseline="0" dirty="0">
                <a:ln>
                  <a:noFill/>
                </a:ln>
                <a:solidFill>
                  <a:schemeClr val="tx1"/>
                </a:solidFill>
                <a:effectLst/>
                <a:latin typeface="+mj-lt"/>
              </a:rPr>
              <a:t>, </a:t>
            </a:r>
            <a:r>
              <a:rPr kumimoji="0" lang="es-CL" altLang="es-CL" sz="2000" b="1" i="0" u="none" strike="noStrike" cap="none" normalizeH="0" baseline="0" dirty="0">
                <a:ln>
                  <a:noFill/>
                </a:ln>
                <a:solidFill>
                  <a:schemeClr val="tx1"/>
                </a:solidFill>
                <a:effectLst/>
                <a:latin typeface="+mj-lt"/>
              </a:rPr>
              <a:t>Random Forest</a:t>
            </a:r>
            <a:r>
              <a:rPr kumimoji="0" lang="es-CL" altLang="es-CL" sz="2000" b="0" i="0" u="none" strike="noStrike" cap="none" normalizeH="0" baseline="0" dirty="0">
                <a:ln>
                  <a:noFill/>
                </a:ln>
                <a:solidFill>
                  <a:schemeClr val="tx1"/>
                </a:solidFill>
                <a:effectLst/>
                <a:latin typeface="+mj-lt"/>
              </a:rPr>
              <a:t> y </a:t>
            </a:r>
            <a:r>
              <a:rPr kumimoji="0" lang="es-CL" altLang="es-CL" sz="2000" b="1" i="0" u="none" strike="noStrike" cap="none" normalizeH="0" baseline="0" dirty="0">
                <a:ln>
                  <a:noFill/>
                </a:ln>
                <a:solidFill>
                  <a:schemeClr val="tx1"/>
                </a:solidFill>
                <a:effectLst/>
                <a:latin typeface="+mj-lt"/>
              </a:rPr>
              <a:t>XGBoost</a:t>
            </a:r>
            <a:r>
              <a:rPr kumimoji="0" lang="es-CL" altLang="es-CL" sz="2000" b="0" i="0" u="none" strike="noStrike" cap="none" normalizeH="0" baseline="0" dirty="0">
                <a:ln>
                  <a:noFill/>
                </a:ln>
                <a:solidFill>
                  <a:schemeClr val="tx1"/>
                </a:solidFill>
                <a:effectLst/>
                <a:latin typeface="+mj-lt"/>
              </a:rPr>
              <a:t> con </a:t>
            </a:r>
            <a:r>
              <a:rPr kumimoji="0" lang="es-CL" altLang="es-CL" sz="2000" b="1" i="0" u="none" strike="noStrike" cap="none" normalizeH="0" baseline="0" dirty="0">
                <a:ln>
                  <a:noFill/>
                </a:ln>
                <a:solidFill>
                  <a:schemeClr val="tx1"/>
                </a:solidFill>
                <a:effectLst/>
                <a:latin typeface="+mj-lt"/>
              </a:rPr>
              <a:t>K-</a:t>
            </a:r>
            <a:r>
              <a:rPr kumimoji="0" lang="es-CL" altLang="es-CL" sz="2000" b="1" i="0" u="none" strike="noStrike" cap="none" normalizeH="0" baseline="0" dirty="0" err="1">
                <a:ln>
                  <a:noFill/>
                </a:ln>
                <a:solidFill>
                  <a:schemeClr val="tx1"/>
                </a:solidFill>
                <a:effectLst/>
                <a:latin typeface="+mj-lt"/>
              </a:rPr>
              <a:t>Fold</a:t>
            </a:r>
            <a:r>
              <a:rPr kumimoji="0" lang="es-CL" altLang="es-CL" sz="2000" b="1" i="0" u="none" strike="noStrike" cap="none" normalizeH="0" baseline="0" dirty="0">
                <a:ln>
                  <a:noFill/>
                </a:ln>
                <a:solidFill>
                  <a:schemeClr val="tx1"/>
                </a:solidFill>
                <a:effectLst/>
                <a:latin typeface="+mj-lt"/>
              </a:rPr>
              <a:t> CV (k=5)</a:t>
            </a:r>
            <a:r>
              <a:rPr kumimoji="0" lang="es-CL" altLang="es-CL" sz="2000" b="0" i="0" u="none" strike="noStrike" cap="none" normalizeH="0" baseline="0" dirty="0">
                <a:ln>
                  <a:noFill/>
                </a:ln>
                <a:solidFill>
                  <a:schemeClr val="tx1"/>
                </a:solidFill>
                <a:effectLst/>
                <a:latin typeface="+mj-lt"/>
              </a:rPr>
              <a:t> y </a:t>
            </a:r>
            <a:r>
              <a:rPr kumimoji="0" lang="es-CL" altLang="es-CL" sz="2000" b="1" i="0" u="none" strike="noStrike" cap="none" normalizeH="0" baseline="0" dirty="0">
                <a:ln>
                  <a:noFill/>
                </a:ln>
                <a:solidFill>
                  <a:schemeClr val="tx1"/>
                </a:solidFill>
                <a:effectLst/>
                <a:latin typeface="+mj-lt"/>
              </a:rPr>
              <a:t>RMSE sobre revenue_log</a:t>
            </a:r>
            <a:r>
              <a:rPr kumimoji="0" lang="es-CL" altLang="es-CL" sz="2000" b="0" i="0" u="none" strike="noStrike" cap="none" normalizeH="0" baseline="0" dirty="0">
                <a:ln>
                  <a:noFill/>
                </a:ln>
                <a:solidFill>
                  <a:schemeClr val="tx1"/>
                </a:solidFill>
                <a:effectLst/>
                <a:latin typeface="+mj-lt"/>
              </a:rPr>
              <a:t>.</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s-CL" altLang="es-CL" sz="20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s-CL" altLang="es-CL" sz="2000" b="1" i="0" u="none" strike="noStrike" cap="none" normalizeH="0" baseline="0" dirty="0">
                <a:ln>
                  <a:noFill/>
                </a:ln>
                <a:solidFill>
                  <a:schemeClr val="tx1"/>
                </a:solidFill>
                <a:effectLst/>
                <a:latin typeface="+mj-lt"/>
              </a:rPr>
              <a:t>Selección del modelo:</a:t>
            </a:r>
            <a:r>
              <a:rPr kumimoji="0" lang="es-CL" altLang="es-CL" sz="2000" b="0" i="0" u="none" strike="noStrike" cap="none" normalizeH="0" baseline="0" dirty="0">
                <a:ln>
                  <a:noFill/>
                </a:ln>
                <a:solidFill>
                  <a:schemeClr val="tx1"/>
                </a:solidFill>
                <a:effectLst/>
                <a:latin typeface="+mj-lt"/>
              </a:rPr>
              <a:t> el menor RMSE en CV fue </a:t>
            </a:r>
            <a:r>
              <a:rPr kumimoji="0" lang="es-CL" altLang="es-CL" sz="2000" b="1" i="0" u="none" strike="noStrike" cap="none" normalizeH="0" baseline="0" dirty="0">
                <a:ln>
                  <a:noFill/>
                </a:ln>
                <a:solidFill>
                  <a:schemeClr val="tx1"/>
                </a:solidFill>
                <a:effectLst/>
                <a:latin typeface="+mj-lt"/>
              </a:rPr>
              <a:t>XGBoost</a:t>
            </a:r>
            <a:r>
              <a:rPr kumimoji="0" lang="es-CL" altLang="es-CL" sz="2000" b="0" i="0" u="none" strike="noStrike" cap="none" normalizeH="0" baseline="0" dirty="0">
                <a:ln>
                  <a:noFill/>
                </a:ln>
                <a:solidFill>
                  <a:schemeClr val="tx1"/>
                </a:solidFill>
                <a:effectLst/>
                <a:latin typeface="+mj-lt"/>
              </a:rPr>
              <a:t>, por lo que se eligió para entrenamiento final y posterior optimización.</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s-CL" altLang="es-CL" sz="20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s-CL" altLang="es-CL" sz="2000" b="1" i="0" u="none" strike="noStrike" cap="none" normalizeH="0" baseline="0" dirty="0">
                <a:ln>
                  <a:noFill/>
                </a:ln>
                <a:solidFill>
                  <a:schemeClr val="tx1"/>
                </a:solidFill>
                <a:effectLst/>
                <a:latin typeface="+mj-lt"/>
              </a:rPr>
              <a:t>Chequeo del target en euros:</a:t>
            </a:r>
            <a:r>
              <a:rPr kumimoji="0" lang="es-CL" altLang="es-CL" sz="2000" b="0" i="0" u="none" strike="noStrike" cap="none" normalizeH="0" baseline="0" dirty="0">
                <a:ln>
                  <a:noFill/>
                </a:ln>
                <a:solidFill>
                  <a:schemeClr val="tx1"/>
                </a:solidFill>
                <a:effectLst/>
                <a:latin typeface="+mj-lt"/>
              </a:rPr>
              <a:t> calculamos </a:t>
            </a:r>
            <a:r>
              <a:rPr kumimoji="0" lang="es-CL" altLang="es-CL" sz="2000" b="1" i="0" u="none" strike="noStrike" cap="none" normalizeH="0" baseline="0" dirty="0">
                <a:ln>
                  <a:noFill/>
                </a:ln>
                <a:solidFill>
                  <a:schemeClr val="tx1"/>
                </a:solidFill>
                <a:effectLst/>
                <a:latin typeface="+mj-lt"/>
              </a:rPr>
              <a:t>media, mediana y percentiles</a:t>
            </a:r>
            <a:r>
              <a:rPr kumimoji="0" lang="es-CL" altLang="es-CL" sz="2000" b="0" i="0" u="none" strike="noStrike" cap="none" normalizeH="0" baseline="0" dirty="0">
                <a:ln>
                  <a:noFill/>
                </a:ln>
                <a:solidFill>
                  <a:schemeClr val="tx1"/>
                </a:solidFill>
                <a:effectLst/>
                <a:latin typeface="+mj-lt"/>
              </a:rPr>
              <a:t> (tras expm1) para entender la magnitud real del revenue y poder interpretar el error.</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s-CL" altLang="es-CL" sz="20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s-CL" altLang="es-CL" sz="2000" b="1" i="0" u="none" strike="noStrike" cap="none" normalizeH="0" baseline="0" dirty="0">
                <a:ln>
                  <a:noFill/>
                </a:ln>
                <a:solidFill>
                  <a:schemeClr val="tx1"/>
                </a:solidFill>
                <a:effectLst/>
                <a:latin typeface="+mj-lt"/>
              </a:rPr>
              <a:t>Interpretación del RMSE (€):</a:t>
            </a:r>
            <a:r>
              <a:rPr kumimoji="0" lang="es-CL" altLang="es-CL" sz="2000" b="0" i="0" u="none" strike="noStrike" cap="none" normalizeH="0" baseline="0" dirty="0">
                <a:ln>
                  <a:noFill/>
                </a:ln>
                <a:solidFill>
                  <a:schemeClr val="tx1"/>
                </a:solidFill>
                <a:effectLst/>
                <a:latin typeface="+mj-lt"/>
              </a:rPr>
              <a:t> el revenue tiene </a:t>
            </a:r>
            <a:r>
              <a:rPr kumimoji="0" lang="es-CL" altLang="es-CL" sz="2000" b="1" i="0" u="none" strike="noStrike" cap="none" normalizeH="0" baseline="0" dirty="0">
                <a:ln>
                  <a:noFill/>
                </a:ln>
                <a:solidFill>
                  <a:schemeClr val="tx1"/>
                </a:solidFill>
                <a:effectLst/>
                <a:latin typeface="+mj-lt"/>
              </a:rPr>
              <a:t>cola muy pesada</a:t>
            </a:r>
            <a:r>
              <a:rPr kumimoji="0" lang="es-CL" altLang="es-CL" sz="2000" b="0" i="0" u="none" strike="noStrike" cap="none" normalizeH="0" baseline="0" dirty="0">
                <a:ln>
                  <a:noFill/>
                </a:ln>
                <a:solidFill>
                  <a:schemeClr val="tx1"/>
                </a:solidFill>
                <a:effectLst/>
                <a:latin typeface="+mj-lt"/>
              </a:rPr>
              <a:t> (p99 ≈ 84k€ y </a:t>
            </a:r>
            <a:r>
              <a:rPr kumimoji="0" lang="es-CL" altLang="es-CL" sz="2000" b="1" i="0" u="none" strike="noStrike" cap="none" normalizeH="0" baseline="0" dirty="0">
                <a:ln>
                  <a:noFill/>
                </a:ln>
                <a:solidFill>
                  <a:schemeClr val="tx1"/>
                </a:solidFill>
                <a:effectLst/>
                <a:latin typeface="+mj-lt"/>
              </a:rPr>
              <a:t>máximo ≈ 2M€</a:t>
            </a:r>
            <a:r>
              <a:rPr kumimoji="0" lang="es-CL" altLang="es-CL" sz="2000" b="0" i="0" u="none" strike="noStrike" cap="none" normalizeH="0" baseline="0" dirty="0">
                <a:ln>
                  <a:noFill/>
                </a:ln>
                <a:solidFill>
                  <a:schemeClr val="tx1"/>
                </a:solidFill>
                <a:effectLst/>
                <a:latin typeface="+mj-lt"/>
              </a:rPr>
              <a:t>). Como RMSE penaliza errores al cuadrado, estos casos extremos pueden inflar el RMSE en euros aunque el modelo funcione bien para la mayoría.</a:t>
            </a:r>
          </a:p>
        </p:txBody>
      </p:sp>
      <p:pic>
        <p:nvPicPr>
          <p:cNvPr id="7" name="Imagen 28">
            <a:hlinkClick r:id="rId2" action="ppaction://hlinksldjump"/>
            <a:extLst>
              <a:ext uri="{FF2B5EF4-FFF2-40B4-BE49-F238E27FC236}">
                <a16:creationId xmlns:a16="http://schemas.microsoft.com/office/drawing/2014/main" id="{42F73702-51E5-2631-57CC-D0BB26462C81}"/>
              </a:ext>
            </a:extLst>
          </p:cNvPr>
          <p:cNvPicPr/>
          <p:nvPr/>
        </p:nvPicPr>
        <p:blipFill>
          <a:blip r:embed="rId3"/>
          <a:stretch/>
        </p:blipFill>
        <p:spPr>
          <a:xfrm>
            <a:off x="10644306" y="131941"/>
            <a:ext cx="1208156" cy="1147319"/>
          </a:xfrm>
          <a:prstGeom prst="rect">
            <a:avLst/>
          </a:prstGeom>
          <a:ln w="0">
            <a:noFill/>
          </a:ln>
        </p:spPr>
      </p:pic>
    </p:spTree>
    <p:extLst>
      <p:ext uri="{BB962C8B-B14F-4D97-AF65-F5344CB8AC3E}">
        <p14:creationId xmlns:p14="http://schemas.microsoft.com/office/powerpoint/2010/main" val="37621957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 name="Rectángulo 5"/>
          <p:cNvSpPr/>
          <p:nvPr/>
        </p:nvSpPr>
        <p:spPr>
          <a:xfrm>
            <a:off x="0" y="0"/>
            <a:ext cx="12191040" cy="685692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s-ES" sz="1800" b="0" strike="noStrike" spc="-1">
              <a:solidFill>
                <a:schemeClr val="lt1"/>
              </a:solidFill>
              <a:latin typeface="Calibri"/>
            </a:endParaRPr>
          </a:p>
        </p:txBody>
      </p:sp>
      <p:sp>
        <p:nvSpPr>
          <p:cNvPr id="78" name="CuadroTexto 7"/>
          <p:cNvSpPr/>
          <p:nvPr/>
        </p:nvSpPr>
        <p:spPr>
          <a:xfrm>
            <a:off x="527760" y="479520"/>
            <a:ext cx="11135160" cy="623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3500" b="1" strike="noStrike" spc="-1">
                <a:solidFill>
                  <a:srgbClr val="582808"/>
                </a:solidFill>
                <a:latin typeface="Calibri Light"/>
              </a:rPr>
              <a:t>5. Conclusiones</a:t>
            </a:r>
            <a:endParaRPr lang="es-ES" sz="3500" b="0" strike="noStrike" spc="-1">
              <a:solidFill>
                <a:srgbClr val="000000"/>
              </a:solidFill>
              <a:latin typeface="Arial"/>
            </a:endParaRPr>
          </a:p>
        </p:txBody>
      </p:sp>
      <p:pic>
        <p:nvPicPr>
          <p:cNvPr id="79" name="Imagen 6"/>
          <p:cNvPicPr/>
          <p:nvPr/>
        </p:nvPicPr>
        <p:blipFill>
          <a:blip r:embed="rId2"/>
          <a:stretch/>
        </p:blipFill>
        <p:spPr>
          <a:xfrm>
            <a:off x="10598040" y="479520"/>
            <a:ext cx="1064880" cy="797760"/>
          </a:xfrm>
          <a:prstGeom prst="rect">
            <a:avLst/>
          </a:prstGeom>
          <a:ln w="0">
            <a:noFill/>
          </a:ln>
        </p:spPr>
      </p:pic>
      <p:sp>
        <p:nvSpPr>
          <p:cNvPr id="80" name="CuadroTexto 1"/>
          <p:cNvSpPr/>
          <p:nvPr/>
        </p:nvSpPr>
        <p:spPr>
          <a:xfrm>
            <a:off x="646200" y="1411200"/>
            <a:ext cx="11135160" cy="4204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endParaRPr lang="es-ES" sz="1800" b="0" strike="noStrike" spc="-1">
              <a:solidFill>
                <a:srgbClr val="000000"/>
              </a:solidFill>
              <a:latin typeface="Arial"/>
            </a:endParaRPr>
          </a:p>
        </p:txBody>
      </p:sp>
    </p:spTree>
  </p:cSld>
  <p:clrMapOvr>
    <a:masterClrMapping/>
  </p:clrMapOvr>
</p:sld>
</file>

<file path=ppt/theme/theme1.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5.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6.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7.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8.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9.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0.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1.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442</TotalTime>
  <Words>1817</Words>
  <Application>Microsoft Office PowerPoint</Application>
  <PresentationFormat>Panorámica</PresentationFormat>
  <Paragraphs>93</Paragraphs>
  <Slides>14</Slides>
  <Notes>0</Notes>
  <HiddenSlides>0</HiddenSlides>
  <MMClips>0</MMClips>
  <ScaleCrop>false</ScaleCrop>
  <HeadingPairs>
    <vt:vector size="6" baseType="variant">
      <vt:variant>
        <vt:lpstr>Fuentes usadas</vt:lpstr>
      </vt:variant>
      <vt:variant>
        <vt:i4>6</vt:i4>
      </vt:variant>
      <vt:variant>
        <vt:lpstr>Tema</vt:lpstr>
      </vt:variant>
      <vt:variant>
        <vt:i4>11</vt:i4>
      </vt:variant>
      <vt:variant>
        <vt:lpstr>Títulos de diapositiva</vt:lpstr>
      </vt:variant>
      <vt:variant>
        <vt:i4>14</vt:i4>
      </vt:variant>
    </vt:vector>
  </HeadingPairs>
  <TitlesOfParts>
    <vt:vector size="31" baseType="lpstr">
      <vt:lpstr>Arial</vt:lpstr>
      <vt:lpstr>Calibri</vt:lpstr>
      <vt:lpstr>Calibri Light</vt:lpstr>
      <vt:lpstr>Symbol</vt:lpstr>
      <vt:lpstr>Times New Roman</vt:lpstr>
      <vt:lpstr>Wingdings</vt:lpstr>
      <vt:lpstr>Tema de Office</vt:lpstr>
      <vt:lpstr>Tema de Office</vt:lpstr>
      <vt:lpstr>Tema de Office</vt:lpstr>
      <vt:lpstr>Tema de Office</vt:lpstr>
      <vt:lpstr>Tema de Office</vt:lpstr>
      <vt:lpstr>Tema de Office</vt:lpstr>
      <vt:lpstr>Tema de Office</vt:lpstr>
      <vt:lpstr>Tema de Office</vt:lpstr>
      <vt:lpstr>Tema de Office</vt:lpstr>
      <vt:lpstr>Tema de Office</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Sara Ruiz Iniesta</dc:creator>
  <dc:description/>
  <cp:lastModifiedBy>Sara Ruiz Iniesta</cp:lastModifiedBy>
  <cp:revision>29</cp:revision>
  <dcterms:created xsi:type="dcterms:W3CDTF">2026-01-04T18:35:09Z</dcterms:created>
  <dcterms:modified xsi:type="dcterms:W3CDTF">2026-03-05T17:44:21Z</dcterms:modified>
  <dc:language>es-ES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3</vt:i4>
  </property>
  <property fmtid="{D5CDD505-2E9C-101B-9397-08002B2CF9AE}" pid="3" name="PresentationFormat">
    <vt:lpwstr>Panorámica</vt:lpwstr>
  </property>
  <property fmtid="{D5CDD505-2E9C-101B-9397-08002B2CF9AE}" pid="4" name="Slides">
    <vt:i4>12</vt:i4>
  </property>
</Properties>
</file>