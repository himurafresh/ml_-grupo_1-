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slideMasters/_rels/slideMaster3.xml.rels" ContentType="application/vnd.openxmlformats-package.relationships+xml"/>
  <Override PartName="/ppt/slideMasters/_rels/slideMaster4.xml.rels" ContentType="application/vnd.openxmlformats-package.relationships+xml"/>
  <Override PartName="/ppt/slideMasters/_rels/slideMaster5.xml.rels" ContentType="application/vnd.openxmlformats-package.relationships+xml"/>
  <Override PartName="/ppt/slideMasters/_rels/slideMaster6.xml.rels" ContentType="application/vnd.openxmlformats-package.relationships+xml"/>
  <Override PartName="/ppt/slideMasters/_rels/slideMaster7.xml.rels" ContentType="application/vnd.openxmlformats-package.relationships+xml"/>
  <Override PartName="/ppt/slideMasters/_rels/slideMaster8.xml.rels" ContentType="application/vnd.openxmlformats-package.relationships+xml"/>
  <Override PartName="/ppt/slideMasters/_rels/slideMaster9.xml.rels" ContentType="application/vnd.openxmlformats-package.relationships+xml"/>
  <Override PartName="/ppt/slideMasters/_rels/slideMaster10.xml.rels" ContentType="application/vnd.openxmlformats-package.relationships+xml"/>
  <Override PartName="/ppt/slideMasters/_rels/slideMaster11.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media/image1.jpeg" ContentType="image/jpeg"/>
  <Override PartName="/ppt/media/image3.png" ContentType="image/png"/>
  <Override PartName="/ppt/media/image2.gif" ContentType="image/gif"/>
  <Override PartName="/ppt/media/image7.png" ContentType="image/png"/>
  <Override PartName="/ppt/media/image4.png" ContentType="image/png"/>
  <Override PartName="/ppt/media/image5.png" ContentType="image/png"/>
  <Override PartName="/ppt/media/image6.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iapositiva de título">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endParaRPr b="0" lang="es-ES" sz="1800" spc="-1" strike="noStrike">
              <a:solidFill>
                <a:schemeClr val="dk1"/>
              </a:solidFill>
              <a:latin typeface="Calibri"/>
            </a:endParaRPr>
          </a:p>
        </p:txBody>
      </p:sp>
      <p:sp>
        <p:nvSpPr>
          <p:cNvPr id="6" name="PlaceHolder 2"/>
          <p:cNvSpPr>
            <a:spLocks noGrp="1"/>
          </p:cNvSpPr>
          <p:nvPr>
            <p:ph type="subTitle"/>
          </p:nvPr>
        </p:nvSpPr>
        <p:spPr>
          <a:xfrm>
            <a:off x="838080" y="1825560"/>
            <a:ext cx="10514520" cy="4350240"/>
          </a:xfrm>
          <a:prstGeom prst="rect">
            <a:avLst/>
          </a:prstGeom>
          <a:noFill/>
          <a:ln w="0">
            <a:noFill/>
          </a:ln>
        </p:spPr>
        <p:txBody>
          <a:bodyPr lIns="0" rIns="0" tIns="0" bIns="0" anchor="ctr">
            <a:noAutofit/>
          </a:bodyPr>
          <a:p>
            <a:pPr indent="0" algn="ctr">
              <a:buNone/>
            </a:pPr>
            <a:endParaRPr b="0" lang="es-E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72A699C3-18A9-44F3-9C5D-B3B990A48635}" type="slidenum">
              <a:t>&lt;#&gt;</a:t>
            </a:fld>
          </a:p>
        </p:txBody>
      </p:sp>
      <p:sp>
        <p:nvSpPr>
          <p:cNvPr id="6" name="PlaceHolder 5"/>
          <p:cNvSpPr>
            <a:spLocks noGrp="1"/>
          </p:cNvSpPr>
          <p:nvPr>
            <p:ph type="dt" idx="3"/>
          </p:nvPr>
        </p:nvSpPr>
        <p:spPr/>
        <p:txBody>
          <a:bodyPr/>
          <a:p>
            <a:r>
              <a:rPr lang="es-E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ítulo y texto vertical">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06BECDE0-2315-4D5E-9F41-87C3577B7B3C}" type="slidenum">
              <a:t>&lt;#&gt;</a:t>
            </a:fld>
          </a:p>
        </p:txBody>
      </p:sp>
      <p:sp>
        <p:nvSpPr>
          <p:cNvPr id="4" name="PlaceHolder 3"/>
          <p:cNvSpPr>
            <a:spLocks noGrp="1"/>
          </p:cNvSpPr>
          <p:nvPr>
            <p:ph type="dt" idx="6"/>
          </p:nvPr>
        </p:nvSpPr>
        <p:spPr/>
        <p:txBody>
          <a:bodyPr/>
          <a:p>
            <a:r>
              <a:rPr lang="es-E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Título vertical y texto">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9AB83DA5-7C9B-4446-A0F4-495A23E4AD82}" type="slidenum">
              <a:t>&lt;#&gt;</a:t>
            </a:fld>
          </a:p>
        </p:txBody>
      </p:sp>
      <p:sp>
        <p:nvSpPr>
          <p:cNvPr id="4" name="PlaceHolder 3"/>
          <p:cNvSpPr>
            <a:spLocks noGrp="1"/>
          </p:cNvSpPr>
          <p:nvPr>
            <p:ph type="dt" idx="9"/>
          </p:nvPr>
        </p:nvSpPr>
        <p:spPr/>
        <p:txBody>
          <a:bodyPr/>
          <a:p>
            <a:r>
              <a:rPr lang="es-E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ítulo y objetos">
    <p:spTree>
      <p:nvGrpSpPr>
        <p:cNvPr id="1" name=""/>
        <p:cNvGrpSpPr/>
        <p:nvPr/>
      </p:nvGrpSpPr>
      <p:grpSpPr>
        <a:xfrm>
          <a:off x="0" y="0"/>
          <a:ext cx="0" cy="0"/>
          <a:chOff x="0" y="0"/>
          <a:chExt cx="0" cy="0"/>
        </a:xfrm>
      </p:grpSpPr>
      <p:sp>
        <p:nvSpPr>
          <p:cNvPr id="18"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endParaRPr b="0" lang="es-ES" sz="1800" spc="-1" strike="noStrike">
              <a:solidFill>
                <a:schemeClr val="dk1"/>
              </a:solidFill>
              <a:latin typeface="Calibri"/>
            </a:endParaRPr>
          </a:p>
        </p:txBody>
      </p:sp>
      <p:sp>
        <p:nvSpPr>
          <p:cNvPr id="19" name="PlaceHolder 2"/>
          <p:cNvSpPr>
            <a:spLocks noGrp="1"/>
          </p:cNvSpPr>
          <p:nvPr>
            <p:ph/>
          </p:nvPr>
        </p:nvSpPr>
        <p:spPr>
          <a:xfrm>
            <a:off x="838080" y="1825560"/>
            <a:ext cx="10514520" cy="4350240"/>
          </a:xfrm>
          <a:prstGeom prst="rect">
            <a:avLst/>
          </a:prstGeom>
          <a:noFill/>
          <a:ln w="0">
            <a:noFill/>
          </a:ln>
        </p:spPr>
        <p:txBody>
          <a:bodyPr lIns="0" rIns="0" tIns="0" bIns="0" anchor="t">
            <a:normAutofit/>
          </a:bodyPr>
          <a:p>
            <a:pPr indent="0">
              <a:lnSpc>
                <a:spcPct val="90000"/>
              </a:lnSpc>
              <a:spcBef>
                <a:spcPts val="1417"/>
              </a:spcBef>
              <a:buNone/>
            </a:pPr>
            <a:endParaRPr b="0" lang="es-ES" sz="2800" spc="-1" strike="noStrike">
              <a:solidFill>
                <a:schemeClr val="dk1"/>
              </a:solidFill>
              <a:latin typeface="Calibri"/>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00D01BD7-D985-4E17-8198-68E8842941EE}" type="slidenum">
              <a:t>&lt;#&gt;</a:t>
            </a:fld>
          </a:p>
        </p:txBody>
      </p:sp>
      <p:sp>
        <p:nvSpPr>
          <p:cNvPr id="6" name="PlaceHolder 5"/>
          <p:cNvSpPr>
            <a:spLocks noGrp="1"/>
          </p:cNvSpPr>
          <p:nvPr>
            <p:ph type="dt" idx="12"/>
          </p:nvPr>
        </p:nvSpPr>
        <p:spPr/>
        <p:txBody>
          <a:bodyPr/>
          <a:p>
            <a:r>
              <a:rPr lang="es-E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ncabezado de sección">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142E53AF-0962-448F-911E-65495E28EDDC}" type="slidenum">
              <a:t>&lt;#&gt;</a:t>
            </a:fld>
          </a:p>
        </p:txBody>
      </p:sp>
      <p:sp>
        <p:nvSpPr>
          <p:cNvPr id="4" name="PlaceHolder 3"/>
          <p:cNvSpPr>
            <a:spLocks noGrp="1"/>
          </p:cNvSpPr>
          <p:nvPr>
            <p:ph type="dt" idx="15"/>
          </p:nvPr>
        </p:nvSpPr>
        <p:spPr/>
        <p:txBody>
          <a:bodyPr/>
          <a:p>
            <a:r>
              <a:rPr lang="es-E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os objetos">
    <p:spTree>
      <p:nvGrpSpPr>
        <p:cNvPr id="1" name=""/>
        <p:cNvGrpSpPr/>
        <p:nvPr/>
      </p:nvGrpSpPr>
      <p:grpSpPr>
        <a:xfrm>
          <a:off x="0" y="0"/>
          <a:ext cx="0" cy="0"/>
          <a:chOff x="0" y="0"/>
          <a:chExt cx="0" cy="0"/>
        </a:xfrm>
      </p:grpSpPr>
      <p:sp>
        <p:nvSpPr>
          <p:cNvPr id="29"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endParaRPr b="0" lang="es-ES" sz="1800" spc="-1" strike="noStrike">
              <a:solidFill>
                <a:schemeClr val="dk1"/>
              </a:solidFill>
              <a:latin typeface="Calibri"/>
            </a:endParaRPr>
          </a:p>
        </p:txBody>
      </p:sp>
      <p:sp>
        <p:nvSpPr>
          <p:cNvPr id="30" name="PlaceHolder 2"/>
          <p:cNvSpPr>
            <a:spLocks noGrp="1"/>
          </p:cNvSpPr>
          <p:nvPr>
            <p:ph/>
          </p:nvPr>
        </p:nvSpPr>
        <p:spPr>
          <a:xfrm>
            <a:off x="838080" y="1825560"/>
            <a:ext cx="5131080" cy="4350240"/>
          </a:xfrm>
          <a:prstGeom prst="rect">
            <a:avLst/>
          </a:prstGeom>
          <a:noFill/>
          <a:ln w="0">
            <a:noFill/>
          </a:ln>
        </p:spPr>
        <p:txBody>
          <a:bodyPr lIns="0" rIns="0" tIns="0" bIns="0" anchor="t">
            <a:normAutofit/>
          </a:bodyPr>
          <a:p>
            <a:pPr indent="0">
              <a:lnSpc>
                <a:spcPct val="90000"/>
              </a:lnSpc>
              <a:spcBef>
                <a:spcPts val="1417"/>
              </a:spcBef>
              <a:buNone/>
            </a:pPr>
            <a:endParaRPr b="0" lang="es-ES" sz="2800" spc="-1" strike="noStrike">
              <a:solidFill>
                <a:schemeClr val="dk1"/>
              </a:solidFill>
              <a:latin typeface="Calibri"/>
            </a:endParaRPr>
          </a:p>
        </p:txBody>
      </p:sp>
      <p:sp>
        <p:nvSpPr>
          <p:cNvPr id="31" name="PlaceHolder 3"/>
          <p:cNvSpPr>
            <a:spLocks noGrp="1"/>
          </p:cNvSpPr>
          <p:nvPr>
            <p:ph/>
          </p:nvPr>
        </p:nvSpPr>
        <p:spPr>
          <a:xfrm>
            <a:off x="6226200" y="1825560"/>
            <a:ext cx="5131080" cy="4350240"/>
          </a:xfrm>
          <a:prstGeom prst="rect">
            <a:avLst/>
          </a:prstGeom>
          <a:noFill/>
          <a:ln w="0">
            <a:noFill/>
          </a:ln>
        </p:spPr>
        <p:txBody>
          <a:bodyPr lIns="0" rIns="0" tIns="0" bIns="0" anchor="t">
            <a:normAutofit/>
          </a:bodyPr>
          <a:p>
            <a:pPr indent="0">
              <a:lnSpc>
                <a:spcPct val="90000"/>
              </a:lnSpc>
              <a:spcBef>
                <a:spcPts val="1417"/>
              </a:spcBef>
              <a:buNone/>
            </a:pPr>
            <a:endParaRPr b="0" lang="es-ES" sz="2800" spc="-1" strike="noStrike">
              <a:solidFill>
                <a:schemeClr val="dk1"/>
              </a:solidFill>
              <a:latin typeface="Calibri"/>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96989DC8-3364-4929-99AC-5023D10FE7EA}" type="slidenum">
              <a:t>&lt;#&gt;</a:t>
            </a:fld>
          </a:p>
        </p:txBody>
      </p:sp>
      <p:sp>
        <p:nvSpPr>
          <p:cNvPr id="7" name="PlaceHolder 6"/>
          <p:cNvSpPr>
            <a:spLocks noGrp="1"/>
          </p:cNvSpPr>
          <p:nvPr>
            <p:ph type="dt" idx="18"/>
          </p:nvPr>
        </p:nvSpPr>
        <p:spPr/>
        <p:txBody>
          <a:bodyPr/>
          <a:p>
            <a:r>
              <a:rPr lang="es-E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ació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3D3E7A6D-0DA4-4961-8BBA-506A50118B82}" type="slidenum">
              <a:t>&lt;#&gt;</a:t>
            </a:fld>
          </a:p>
        </p:txBody>
      </p:sp>
      <p:sp>
        <p:nvSpPr>
          <p:cNvPr id="4" name="PlaceHolder 3"/>
          <p:cNvSpPr>
            <a:spLocks noGrp="1"/>
          </p:cNvSpPr>
          <p:nvPr>
            <p:ph type="dt" idx="21"/>
          </p:nvPr>
        </p:nvSpPr>
        <p:spPr/>
        <p:txBody>
          <a:bodyPr/>
          <a:p>
            <a:r>
              <a:rPr lang="es-E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Solo el título">
    <p:spTree>
      <p:nvGrpSpPr>
        <p:cNvPr id="1" name=""/>
        <p:cNvGrpSpPr/>
        <p:nvPr/>
      </p:nvGrpSpPr>
      <p:grpSpPr>
        <a:xfrm>
          <a:off x="0" y="0"/>
          <a:ext cx="0" cy="0"/>
          <a:chOff x="0" y="0"/>
          <a:chExt cx="0" cy="0"/>
        </a:xfrm>
      </p:grpSpPr>
      <p:sp>
        <p:nvSpPr>
          <p:cNvPr id="39"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endParaRPr b="0" lang="es-ES" sz="1800" spc="-1" strike="noStrike">
              <a:solidFill>
                <a:schemeClr val="dk1"/>
              </a:solidFill>
              <a:latin typeface="Calibri"/>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C10B1F8D-9E21-442E-BC04-944C80561165}" type="slidenum">
              <a:t>&lt;#&gt;</a:t>
            </a:fld>
          </a:p>
        </p:txBody>
      </p:sp>
      <p:sp>
        <p:nvSpPr>
          <p:cNvPr id="5" name="PlaceHolder 4"/>
          <p:cNvSpPr>
            <a:spLocks noGrp="1"/>
          </p:cNvSpPr>
          <p:nvPr>
            <p:ph type="dt" idx="24"/>
          </p:nvPr>
        </p:nvSpPr>
        <p:spPr/>
        <p:txBody>
          <a:bodyPr/>
          <a:p>
            <a:r>
              <a:rPr lang="es-E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En blanco">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962A7160-8098-4A38-A3EB-6FF190A6CDC4}" type="slidenum">
              <a:t>&lt;#&gt;</a:t>
            </a:fld>
          </a:p>
        </p:txBody>
      </p:sp>
      <p:sp>
        <p:nvSpPr>
          <p:cNvPr id="4" name="PlaceHolder 3"/>
          <p:cNvSpPr>
            <a:spLocks noGrp="1"/>
          </p:cNvSpPr>
          <p:nvPr>
            <p:ph type="dt" idx="27"/>
          </p:nvPr>
        </p:nvSpPr>
        <p:spPr/>
        <p:txBody>
          <a:bodyPr/>
          <a:p>
            <a:r>
              <a:rPr lang="es-E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ido con título">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647A6C89-3235-4491-83EC-88C8E4A03837}" type="slidenum">
              <a:t>&lt;#&gt;</a:t>
            </a:fld>
          </a:p>
        </p:txBody>
      </p:sp>
      <p:sp>
        <p:nvSpPr>
          <p:cNvPr id="4" name="PlaceHolder 3"/>
          <p:cNvSpPr>
            <a:spLocks noGrp="1"/>
          </p:cNvSpPr>
          <p:nvPr>
            <p:ph type="dt" idx="30"/>
          </p:nvPr>
        </p:nvSpPr>
        <p:spPr/>
        <p:txBody>
          <a:bodyPr/>
          <a:p>
            <a:r>
              <a:rPr lang="es-E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magen con título">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961B7516-F707-491E-9122-4AE51444FC33}" type="slidenum">
              <a:t>&lt;#&gt;</a:t>
            </a:fld>
          </a:p>
        </p:txBody>
      </p:sp>
      <p:sp>
        <p:nvSpPr>
          <p:cNvPr id="4" name="PlaceHolder 3"/>
          <p:cNvSpPr>
            <a:spLocks noGrp="1"/>
          </p:cNvSpPr>
          <p:nvPr>
            <p:ph type="dt" idx="33"/>
          </p:nvPr>
        </p:nvSpPr>
        <p:spPr/>
        <p:txBody>
          <a:bodyPr/>
          <a:p>
            <a:r>
              <a:rPr lang="es-E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r>
              <a:rPr b="0" lang="es-ES" sz="4400" spc="-1" strike="noStrike">
                <a:solidFill>
                  <a:schemeClr val="dk1"/>
                </a:solidFill>
                <a:latin typeface="Calibri"/>
              </a:rPr>
              <a:t>Pulse para editar el formato del texto de título</a:t>
            </a:r>
            <a:endParaRPr b="0" lang="es-ES" sz="4400" spc="-1" strike="noStrike">
              <a:solidFill>
                <a:schemeClr val="dk1"/>
              </a:solidFill>
              <a:latin typeface="Calibri"/>
            </a:endParaRPr>
          </a:p>
        </p:txBody>
      </p:sp>
      <p:sp>
        <p:nvSpPr>
          <p:cNvPr id="1" name="PlaceHolder 2"/>
          <p:cNvSpPr>
            <a:spLocks noGrp="1"/>
          </p:cNvSpPr>
          <p:nvPr>
            <p:ph type="ftr" idx="1"/>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s-ES" sz="1400" spc="-1" strike="noStrike">
                <a:solidFill>
                  <a:srgbClr val="000000"/>
                </a:solidFill>
                <a:latin typeface="Times New Roman"/>
              </a:defRPr>
            </a:lvl1pPr>
          </a:lstStyle>
          <a:p>
            <a:pPr indent="0" algn="ctr" defTabSz="914400">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2" name="PlaceHolder 3"/>
          <p:cNvSpPr>
            <a:spLocks noGrp="1"/>
          </p:cNvSpPr>
          <p:nvPr>
            <p:ph type="sldNum" idx="2"/>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00F2BEAA-5BA3-4D5A-B886-17C8E8869AE0}"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3" name="PlaceHolder 4"/>
          <p:cNvSpPr>
            <a:spLocks noGrp="1"/>
          </p:cNvSpPr>
          <p:nvPr>
            <p:ph type="dt" idx="3"/>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s-ES" sz="2800" spc="-1" strike="noStrike">
                <a:solidFill>
                  <a:schemeClr val="dk1"/>
                </a:solidFill>
                <a:latin typeface="Calibri"/>
              </a:rPr>
              <a:t>Pulse para editar el formato de texto del esquema</a:t>
            </a:r>
            <a:endParaRPr b="0" lang="es-ES" sz="2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s-ES" sz="2000" spc="-1" strike="noStrike">
                <a:solidFill>
                  <a:schemeClr val="dk1"/>
                </a:solidFill>
                <a:latin typeface="Calibri"/>
              </a:rPr>
              <a:t>Segundo nivel del esquema</a:t>
            </a:r>
            <a:endParaRPr b="0" lang="es-ES" sz="20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s-ES" sz="1800" spc="-1" strike="noStrike">
                <a:solidFill>
                  <a:schemeClr val="dk1"/>
                </a:solidFill>
                <a:latin typeface="Calibri"/>
              </a:rPr>
              <a:t>Tercer nivel del esquema</a:t>
            </a:r>
            <a:endParaRPr b="0" lang="es-E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s-ES" sz="1800" spc="-1" strike="noStrike">
                <a:solidFill>
                  <a:schemeClr val="dk1"/>
                </a:solidFill>
                <a:latin typeface="Calibri"/>
              </a:rPr>
              <a:t>Cuarto nivel del esquema</a:t>
            </a:r>
            <a:endParaRPr b="0" lang="es-E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s-ES" sz="2000" spc="-1" strike="noStrike">
                <a:solidFill>
                  <a:schemeClr val="dk1"/>
                </a:solidFill>
                <a:latin typeface="Calibri"/>
              </a:rPr>
              <a:t>Quinto nivel del esquema</a:t>
            </a:r>
            <a:endParaRPr b="0" lang="es-ES" sz="20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s-ES" sz="2000" spc="-1" strike="noStrike">
                <a:solidFill>
                  <a:schemeClr val="dk1"/>
                </a:solidFill>
                <a:latin typeface="Calibri"/>
              </a:rPr>
              <a:t>Sexto nivel del esquema</a:t>
            </a:r>
            <a:endParaRPr b="0" lang="es-ES" sz="20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s-ES" sz="2000" spc="-1" strike="noStrike">
                <a:solidFill>
                  <a:schemeClr val="dk1"/>
                </a:solidFill>
                <a:latin typeface="Calibri"/>
              </a:rPr>
              <a:t>Séptimo nivel del esquema</a:t>
            </a:r>
            <a:endParaRPr b="0" lang="es-E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ftr" idx="4"/>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s-ES" sz="1400" spc="-1" strike="noStrike">
                <a:solidFill>
                  <a:srgbClr val="000000"/>
                </a:solidFill>
                <a:latin typeface="Times New Roman"/>
              </a:defRPr>
            </a:lvl1pPr>
          </a:lstStyle>
          <a:p>
            <a:pPr indent="0" algn="ctr" defTabSz="914400">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8" name="PlaceHolder 2"/>
          <p:cNvSpPr>
            <a:spLocks noGrp="1"/>
          </p:cNvSpPr>
          <p:nvPr>
            <p:ph type="sldNum" idx="5"/>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13F80331-2B6F-4CAD-814B-7DFB538CD241}"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9" name="PlaceHolder 3"/>
          <p:cNvSpPr>
            <a:spLocks noGrp="1"/>
          </p:cNvSpPr>
          <p:nvPr>
            <p:ph type="dt" idx="6"/>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 name="PlaceHolder 1"/>
          <p:cNvSpPr>
            <a:spLocks noGrp="1"/>
          </p:cNvSpPr>
          <p:nvPr>
            <p:ph type="ftr" idx="7"/>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s-ES" sz="1400" spc="-1" strike="noStrike">
                <a:solidFill>
                  <a:srgbClr val="000000"/>
                </a:solidFill>
                <a:latin typeface="Times New Roman"/>
              </a:defRPr>
            </a:lvl1pPr>
          </a:lstStyle>
          <a:p>
            <a:pPr indent="0" algn="ctr" defTabSz="914400">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11" name="PlaceHolder 2"/>
          <p:cNvSpPr>
            <a:spLocks noGrp="1"/>
          </p:cNvSpPr>
          <p:nvPr>
            <p:ph type="sldNum" idx="8"/>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DF1105AB-0BFF-4AC2-A98F-B4FC36DC2505}"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12" name="PlaceHolder 3"/>
          <p:cNvSpPr>
            <a:spLocks noGrp="1"/>
          </p:cNvSpPr>
          <p:nvPr>
            <p:ph type="dt" idx="9"/>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r>
              <a:rPr b="0" lang="es-ES" sz="4400" spc="-1" strike="noStrike">
                <a:solidFill>
                  <a:schemeClr val="dk1"/>
                </a:solidFill>
                <a:latin typeface="Calibri"/>
              </a:rPr>
              <a:t>Pulse para editar el formato del texto de título</a:t>
            </a:r>
            <a:endParaRPr b="0" lang="es-ES" sz="4400" spc="-1" strike="noStrike">
              <a:solidFill>
                <a:schemeClr val="dk1"/>
              </a:solidFill>
              <a:latin typeface="Calibri"/>
            </a:endParaRPr>
          </a:p>
        </p:txBody>
      </p:sp>
      <p:sp>
        <p:nvSpPr>
          <p:cNvPr id="14" name="PlaceHolder 2"/>
          <p:cNvSpPr>
            <a:spLocks noGrp="1"/>
          </p:cNvSpPr>
          <p:nvPr>
            <p:ph type="body"/>
          </p:nvPr>
        </p:nvSpPr>
        <p:spPr>
          <a:xfrm>
            <a:off x="838080" y="1825560"/>
            <a:ext cx="10514520" cy="435024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s-ES" sz="1800" spc="-1" strike="noStrike">
                <a:solidFill>
                  <a:schemeClr val="dk1"/>
                </a:solidFill>
                <a:latin typeface="Calibri"/>
              </a:rPr>
              <a:t>Pulse para editar el formato de texto del esquema</a:t>
            </a:r>
            <a:endParaRPr b="0" lang="es-ES" sz="1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s-ES" sz="1800" spc="-1" strike="noStrike">
                <a:solidFill>
                  <a:schemeClr val="dk1"/>
                </a:solidFill>
                <a:latin typeface="Calibri"/>
              </a:rPr>
              <a:t>Segundo nivel del esquema</a:t>
            </a:r>
            <a:endParaRPr b="0" lang="es-ES" sz="18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s-ES" sz="1800" spc="-1" strike="noStrike">
                <a:solidFill>
                  <a:schemeClr val="dk1"/>
                </a:solidFill>
                <a:latin typeface="Calibri"/>
              </a:rPr>
              <a:t>Tercer nivel del esquema</a:t>
            </a:r>
            <a:endParaRPr b="0" lang="es-E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s-ES" sz="1800" spc="-1" strike="noStrike">
                <a:solidFill>
                  <a:schemeClr val="dk1"/>
                </a:solidFill>
                <a:latin typeface="Calibri"/>
              </a:rPr>
              <a:t>Cuarto nivel del esquema</a:t>
            </a:r>
            <a:endParaRPr b="0" lang="es-E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s-ES" sz="1800" spc="-1" strike="noStrike">
                <a:solidFill>
                  <a:schemeClr val="dk1"/>
                </a:solidFill>
                <a:latin typeface="Calibri"/>
              </a:rPr>
              <a:t>Quinto nivel del esquema</a:t>
            </a:r>
            <a:endParaRPr b="0" lang="es-ES" sz="18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s-ES" sz="1800" spc="-1" strike="noStrike">
                <a:solidFill>
                  <a:schemeClr val="dk1"/>
                </a:solidFill>
                <a:latin typeface="Calibri"/>
              </a:rPr>
              <a:t>Sexto nivel del esquema</a:t>
            </a:r>
            <a:endParaRPr b="0" lang="es-ES" sz="18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s-ES" sz="1800" spc="-1" strike="noStrike">
                <a:solidFill>
                  <a:schemeClr val="dk1"/>
                </a:solidFill>
                <a:latin typeface="Calibri"/>
              </a:rPr>
              <a:t>Séptimo nivel del esquema</a:t>
            </a:r>
            <a:endParaRPr b="0" lang="es-ES" sz="1800" spc="-1" strike="noStrike">
              <a:solidFill>
                <a:schemeClr val="dk1"/>
              </a:solidFill>
              <a:latin typeface="Calibri"/>
            </a:endParaRPr>
          </a:p>
        </p:txBody>
      </p:sp>
      <p:sp>
        <p:nvSpPr>
          <p:cNvPr id="15" name="PlaceHolder 3"/>
          <p:cNvSpPr>
            <a:spLocks noGrp="1"/>
          </p:cNvSpPr>
          <p:nvPr>
            <p:ph type="ftr" idx="10"/>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s-ES" sz="1400" spc="-1" strike="noStrike">
                <a:solidFill>
                  <a:srgbClr val="000000"/>
                </a:solidFill>
                <a:latin typeface="Times New Roman"/>
              </a:defRPr>
            </a:lvl1pPr>
          </a:lstStyle>
          <a:p>
            <a:pPr indent="0" algn="ctr" defTabSz="914400">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16" name="PlaceHolder 4"/>
          <p:cNvSpPr>
            <a:spLocks noGrp="1"/>
          </p:cNvSpPr>
          <p:nvPr>
            <p:ph type="sldNum" idx="11"/>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203E45A2-9405-4880-A14F-327D4D9FFCCF}"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17" name="PlaceHolder 5"/>
          <p:cNvSpPr>
            <a:spLocks noGrp="1"/>
          </p:cNvSpPr>
          <p:nvPr>
            <p:ph type="dt" idx="12"/>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 name="PlaceHolder 1"/>
          <p:cNvSpPr>
            <a:spLocks noGrp="1"/>
          </p:cNvSpPr>
          <p:nvPr>
            <p:ph type="ftr" idx="13"/>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s-ES" sz="1400" spc="-1" strike="noStrike">
                <a:solidFill>
                  <a:srgbClr val="000000"/>
                </a:solidFill>
                <a:latin typeface="Times New Roman"/>
              </a:defRPr>
            </a:lvl1pPr>
          </a:lstStyle>
          <a:p>
            <a:pPr indent="0" algn="ctr" defTabSz="914400">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21" name="PlaceHolder 2"/>
          <p:cNvSpPr>
            <a:spLocks noGrp="1"/>
          </p:cNvSpPr>
          <p:nvPr>
            <p:ph type="sldNum" idx="14"/>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09D7527B-4B63-4828-B0B4-41DCDB1FD2CB}"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22" name="PlaceHolder 3"/>
          <p:cNvSpPr>
            <a:spLocks noGrp="1"/>
          </p:cNvSpPr>
          <p:nvPr>
            <p:ph type="dt" idx="15"/>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r>
              <a:rPr b="0" lang="es-ES" sz="4400" spc="-1" strike="noStrike">
                <a:solidFill>
                  <a:schemeClr val="dk1"/>
                </a:solidFill>
                <a:latin typeface="Calibri"/>
              </a:rPr>
              <a:t>Pulse para editar el formato del texto de título</a:t>
            </a:r>
            <a:endParaRPr b="0" lang="es-ES" sz="4400" spc="-1" strike="noStrike">
              <a:solidFill>
                <a:schemeClr val="dk1"/>
              </a:solidFill>
              <a:latin typeface="Calibri"/>
            </a:endParaRPr>
          </a:p>
        </p:txBody>
      </p:sp>
      <p:sp>
        <p:nvSpPr>
          <p:cNvPr id="24" name="PlaceHolder 2"/>
          <p:cNvSpPr>
            <a:spLocks noGrp="1"/>
          </p:cNvSpPr>
          <p:nvPr>
            <p:ph type="body"/>
          </p:nvPr>
        </p:nvSpPr>
        <p:spPr>
          <a:xfrm>
            <a:off x="838080" y="1825560"/>
            <a:ext cx="5130720" cy="435024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s-ES" sz="1800" spc="-1" strike="noStrike">
                <a:solidFill>
                  <a:schemeClr val="dk1"/>
                </a:solidFill>
                <a:latin typeface="Calibri"/>
              </a:rPr>
              <a:t>Pulse para editar el formato de texto del esquema</a:t>
            </a:r>
            <a:endParaRPr b="0" lang="es-ES" sz="1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s-ES" sz="1800" spc="-1" strike="noStrike">
                <a:solidFill>
                  <a:schemeClr val="dk1"/>
                </a:solidFill>
                <a:latin typeface="Calibri"/>
              </a:rPr>
              <a:t>Segundo nivel del esquema</a:t>
            </a:r>
            <a:endParaRPr b="0" lang="es-ES" sz="18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s-ES" sz="1800" spc="-1" strike="noStrike">
                <a:solidFill>
                  <a:schemeClr val="dk1"/>
                </a:solidFill>
                <a:latin typeface="Calibri"/>
              </a:rPr>
              <a:t>Tercer nivel del esquema</a:t>
            </a:r>
            <a:endParaRPr b="0" lang="es-E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s-ES" sz="1800" spc="-1" strike="noStrike">
                <a:solidFill>
                  <a:schemeClr val="dk1"/>
                </a:solidFill>
                <a:latin typeface="Calibri"/>
              </a:rPr>
              <a:t>Cuarto nivel del esquema</a:t>
            </a:r>
            <a:endParaRPr b="0" lang="es-E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s-ES" sz="1800" spc="-1" strike="noStrike">
                <a:solidFill>
                  <a:schemeClr val="dk1"/>
                </a:solidFill>
                <a:latin typeface="Calibri"/>
              </a:rPr>
              <a:t>Quinto nivel del esquema</a:t>
            </a:r>
            <a:endParaRPr b="0" lang="es-ES" sz="18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s-ES" sz="1800" spc="-1" strike="noStrike">
                <a:solidFill>
                  <a:schemeClr val="dk1"/>
                </a:solidFill>
                <a:latin typeface="Calibri"/>
              </a:rPr>
              <a:t>Sexto nivel del esquema</a:t>
            </a:r>
            <a:endParaRPr b="0" lang="es-ES" sz="18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s-ES" sz="1800" spc="-1" strike="noStrike">
                <a:solidFill>
                  <a:schemeClr val="dk1"/>
                </a:solidFill>
                <a:latin typeface="Calibri"/>
              </a:rPr>
              <a:t>Séptimo nivel del esquema</a:t>
            </a:r>
            <a:endParaRPr b="0" lang="es-ES" sz="1800" spc="-1" strike="noStrike">
              <a:solidFill>
                <a:schemeClr val="dk1"/>
              </a:solidFill>
              <a:latin typeface="Calibri"/>
            </a:endParaRPr>
          </a:p>
        </p:txBody>
      </p:sp>
      <p:sp>
        <p:nvSpPr>
          <p:cNvPr id="25" name="PlaceHolder 3"/>
          <p:cNvSpPr>
            <a:spLocks noGrp="1"/>
          </p:cNvSpPr>
          <p:nvPr>
            <p:ph type="body"/>
          </p:nvPr>
        </p:nvSpPr>
        <p:spPr>
          <a:xfrm>
            <a:off x="6226200" y="1825560"/>
            <a:ext cx="5130720" cy="435024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s-ES" sz="1800" spc="-1" strike="noStrike">
                <a:solidFill>
                  <a:schemeClr val="dk1"/>
                </a:solidFill>
                <a:latin typeface="Calibri"/>
              </a:rPr>
              <a:t>Pulse para editar el formato de texto del esquema</a:t>
            </a:r>
            <a:endParaRPr b="0" lang="es-ES" sz="1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s-ES" sz="1800" spc="-1" strike="noStrike">
                <a:solidFill>
                  <a:schemeClr val="dk1"/>
                </a:solidFill>
                <a:latin typeface="Calibri"/>
              </a:rPr>
              <a:t>Segundo nivel del esquema</a:t>
            </a:r>
            <a:endParaRPr b="0" lang="es-ES" sz="18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s-ES" sz="1800" spc="-1" strike="noStrike">
                <a:solidFill>
                  <a:schemeClr val="dk1"/>
                </a:solidFill>
                <a:latin typeface="Calibri"/>
              </a:rPr>
              <a:t>Tercer nivel del esquema</a:t>
            </a:r>
            <a:endParaRPr b="0" lang="es-E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s-ES" sz="1800" spc="-1" strike="noStrike">
                <a:solidFill>
                  <a:schemeClr val="dk1"/>
                </a:solidFill>
                <a:latin typeface="Calibri"/>
              </a:rPr>
              <a:t>Cuarto nivel del esquema</a:t>
            </a:r>
            <a:endParaRPr b="0" lang="es-E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s-ES" sz="1800" spc="-1" strike="noStrike">
                <a:solidFill>
                  <a:schemeClr val="dk1"/>
                </a:solidFill>
                <a:latin typeface="Calibri"/>
              </a:rPr>
              <a:t>Quinto nivel del esquema</a:t>
            </a:r>
            <a:endParaRPr b="0" lang="es-ES" sz="18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s-ES" sz="1800" spc="-1" strike="noStrike">
                <a:solidFill>
                  <a:schemeClr val="dk1"/>
                </a:solidFill>
                <a:latin typeface="Calibri"/>
              </a:rPr>
              <a:t>Sexto nivel del esquema</a:t>
            </a:r>
            <a:endParaRPr b="0" lang="es-ES" sz="18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s-ES" sz="1800" spc="-1" strike="noStrike">
                <a:solidFill>
                  <a:schemeClr val="dk1"/>
                </a:solidFill>
                <a:latin typeface="Calibri"/>
              </a:rPr>
              <a:t>Séptimo nivel del esquema</a:t>
            </a:r>
            <a:endParaRPr b="0" lang="es-ES" sz="1800" spc="-1" strike="noStrike">
              <a:solidFill>
                <a:schemeClr val="dk1"/>
              </a:solidFill>
              <a:latin typeface="Calibri"/>
            </a:endParaRPr>
          </a:p>
        </p:txBody>
      </p:sp>
      <p:sp>
        <p:nvSpPr>
          <p:cNvPr id="26" name="PlaceHolder 4"/>
          <p:cNvSpPr>
            <a:spLocks noGrp="1"/>
          </p:cNvSpPr>
          <p:nvPr>
            <p:ph type="ftr" idx="16"/>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s-ES" sz="1400" spc="-1" strike="noStrike">
                <a:solidFill>
                  <a:srgbClr val="000000"/>
                </a:solidFill>
                <a:latin typeface="Times New Roman"/>
              </a:defRPr>
            </a:lvl1pPr>
          </a:lstStyle>
          <a:p>
            <a:pPr indent="0" algn="ctr" defTabSz="914400">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27" name="PlaceHolder 5"/>
          <p:cNvSpPr>
            <a:spLocks noGrp="1"/>
          </p:cNvSpPr>
          <p:nvPr>
            <p:ph type="sldNum" idx="17"/>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88FCD6AF-C0E2-4062-8CE6-BB8E06ED978F}"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28" name="PlaceHolder 6"/>
          <p:cNvSpPr>
            <a:spLocks noGrp="1"/>
          </p:cNvSpPr>
          <p:nvPr>
            <p:ph type="dt" idx="18"/>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ftr" idx="19"/>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s-ES" sz="1400" spc="-1" strike="noStrike">
                <a:solidFill>
                  <a:srgbClr val="000000"/>
                </a:solidFill>
                <a:latin typeface="Times New Roman"/>
              </a:defRPr>
            </a:lvl1pPr>
          </a:lstStyle>
          <a:p>
            <a:pPr indent="0" algn="ctr" defTabSz="914400">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33" name="PlaceHolder 2"/>
          <p:cNvSpPr>
            <a:spLocks noGrp="1"/>
          </p:cNvSpPr>
          <p:nvPr>
            <p:ph type="sldNum" idx="20"/>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37360C1C-65C2-4FD0-BE6C-9D0F1F2F1038}"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34" name="PlaceHolder 3"/>
          <p:cNvSpPr>
            <a:spLocks noGrp="1"/>
          </p:cNvSpPr>
          <p:nvPr>
            <p:ph type="dt" idx="21"/>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4520" cy="1324440"/>
          </a:xfrm>
          <a:prstGeom prst="rect">
            <a:avLst/>
          </a:prstGeom>
          <a:noFill/>
          <a:ln w="0">
            <a:noFill/>
          </a:ln>
        </p:spPr>
        <p:txBody>
          <a:bodyPr lIns="0" rIns="0" tIns="0" bIns="0" anchor="ctr">
            <a:noAutofit/>
          </a:bodyPr>
          <a:p>
            <a:pPr indent="0">
              <a:buNone/>
            </a:pPr>
            <a:r>
              <a:rPr b="0" lang="es-ES" sz="4400" spc="-1" strike="noStrike">
                <a:solidFill>
                  <a:schemeClr val="dk1"/>
                </a:solidFill>
                <a:latin typeface="Calibri"/>
              </a:rPr>
              <a:t>Pulse para editar el formato del texto de título</a:t>
            </a:r>
            <a:endParaRPr b="0" lang="es-ES" sz="4400" spc="-1" strike="noStrike">
              <a:solidFill>
                <a:schemeClr val="dk1"/>
              </a:solidFill>
              <a:latin typeface="Calibri"/>
            </a:endParaRPr>
          </a:p>
        </p:txBody>
      </p:sp>
      <p:sp>
        <p:nvSpPr>
          <p:cNvPr id="36" name="PlaceHolder 2"/>
          <p:cNvSpPr>
            <a:spLocks noGrp="1"/>
          </p:cNvSpPr>
          <p:nvPr>
            <p:ph type="ftr" idx="22"/>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s-ES" sz="1400" spc="-1" strike="noStrike">
                <a:solidFill>
                  <a:srgbClr val="000000"/>
                </a:solidFill>
                <a:latin typeface="Times New Roman"/>
              </a:defRPr>
            </a:lvl1pPr>
          </a:lstStyle>
          <a:p>
            <a:pPr indent="0" algn="ctr" defTabSz="914400">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37" name="PlaceHolder 3"/>
          <p:cNvSpPr>
            <a:spLocks noGrp="1"/>
          </p:cNvSpPr>
          <p:nvPr>
            <p:ph type="sldNum" idx="23"/>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E8C8E2F2-7B5D-4EC3-A0A1-02097A6CCE76}"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38" name="PlaceHolder 4"/>
          <p:cNvSpPr>
            <a:spLocks noGrp="1"/>
          </p:cNvSpPr>
          <p:nvPr>
            <p:ph type="dt" idx="24"/>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ftr" idx="25"/>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s-ES" sz="1400" spc="-1" strike="noStrike">
                <a:solidFill>
                  <a:srgbClr val="000000"/>
                </a:solidFill>
                <a:latin typeface="Times New Roman"/>
              </a:defRPr>
            </a:lvl1pPr>
          </a:lstStyle>
          <a:p>
            <a:pPr indent="0" algn="ctr" defTabSz="914400">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41" name="PlaceHolder 2"/>
          <p:cNvSpPr>
            <a:spLocks noGrp="1"/>
          </p:cNvSpPr>
          <p:nvPr>
            <p:ph type="sldNum" idx="26"/>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0725CC83-7D75-44FF-97F5-1E5C2D1D9828}"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42" name="PlaceHolder 3"/>
          <p:cNvSpPr>
            <a:spLocks noGrp="1"/>
          </p:cNvSpPr>
          <p:nvPr>
            <p:ph type="dt" idx="27"/>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3" name="PlaceHolder 1"/>
          <p:cNvSpPr>
            <a:spLocks noGrp="1"/>
          </p:cNvSpPr>
          <p:nvPr>
            <p:ph type="ftr" idx="28"/>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s-ES" sz="1400" spc="-1" strike="noStrike">
                <a:solidFill>
                  <a:srgbClr val="000000"/>
                </a:solidFill>
                <a:latin typeface="Times New Roman"/>
              </a:defRPr>
            </a:lvl1pPr>
          </a:lstStyle>
          <a:p>
            <a:pPr indent="0" algn="ctr" defTabSz="914400">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44" name="PlaceHolder 2"/>
          <p:cNvSpPr>
            <a:spLocks noGrp="1"/>
          </p:cNvSpPr>
          <p:nvPr>
            <p:ph type="sldNum" idx="29"/>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0FA60430-CD6C-46C0-A094-497D6F610003}"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45" name="PlaceHolder 3"/>
          <p:cNvSpPr>
            <a:spLocks noGrp="1"/>
          </p:cNvSpPr>
          <p:nvPr>
            <p:ph type="dt" idx="30"/>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ftr" idx="31"/>
          </p:nvPr>
        </p:nvSpPr>
        <p:spPr>
          <a:xfrm>
            <a:off x="4038480" y="6356520"/>
            <a:ext cx="4113720" cy="36396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s-ES" sz="1400" spc="-1" strike="noStrike">
                <a:solidFill>
                  <a:srgbClr val="000000"/>
                </a:solidFill>
                <a:latin typeface="Times New Roman"/>
              </a:defRPr>
            </a:lvl1pPr>
          </a:lstStyle>
          <a:p>
            <a:pPr indent="0" algn="ctr" defTabSz="914400">
              <a:lnSpc>
                <a:spcPct val="100000"/>
              </a:lnSpc>
              <a:buNone/>
              <a:tabLst>
                <a:tab algn="l" pos="0"/>
              </a:tabLst>
            </a:pPr>
            <a:r>
              <a:rPr b="0" lang="es-ES" sz="1400" spc="-1" strike="noStrike">
                <a:solidFill>
                  <a:srgbClr val="000000"/>
                </a:solidFill>
                <a:latin typeface="Times New Roman"/>
              </a:rPr>
              <a:t>&lt;pie de página&gt;</a:t>
            </a:r>
            <a:endParaRPr b="0" lang="es-ES" sz="1400" spc="-1" strike="noStrike">
              <a:solidFill>
                <a:srgbClr val="000000"/>
              </a:solidFill>
              <a:latin typeface="Times New Roman"/>
            </a:endParaRPr>
          </a:p>
        </p:txBody>
      </p:sp>
      <p:sp>
        <p:nvSpPr>
          <p:cNvPr id="47" name="PlaceHolder 2"/>
          <p:cNvSpPr>
            <a:spLocks noGrp="1"/>
          </p:cNvSpPr>
          <p:nvPr>
            <p:ph type="sldNum" idx="32"/>
          </p:nvPr>
        </p:nvSpPr>
        <p:spPr>
          <a:xfrm>
            <a:off x="8610480" y="6356520"/>
            <a:ext cx="2742120" cy="36396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s-ES" sz="1200" spc="-1" strike="noStrike">
                <a:solidFill>
                  <a:schemeClr val="dk1">
                    <a:tint val="75000"/>
                  </a:schemeClr>
                </a:solidFill>
                <a:latin typeface="Calibri"/>
              </a:defRPr>
            </a:lvl1pPr>
          </a:lstStyle>
          <a:p>
            <a:pPr indent="0" algn="r" defTabSz="914400">
              <a:lnSpc>
                <a:spcPct val="100000"/>
              </a:lnSpc>
              <a:buNone/>
              <a:tabLst>
                <a:tab algn="l" pos="0"/>
              </a:tabLst>
            </a:pPr>
            <a:fld id="{99823C5C-7FC8-4D9E-8929-9D1141BAD269}" type="slidenum">
              <a:rPr b="0" lang="es-ES" sz="1200" spc="-1" strike="noStrike">
                <a:solidFill>
                  <a:schemeClr val="dk1">
                    <a:tint val="75000"/>
                  </a:schemeClr>
                </a:solidFill>
                <a:latin typeface="Calibri"/>
              </a:rPr>
              <a:t>&lt;número&gt;</a:t>
            </a:fld>
            <a:endParaRPr b="0" lang="es-ES" sz="1200" spc="-1" strike="noStrike">
              <a:solidFill>
                <a:srgbClr val="000000"/>
              </a:solidFill>
              <a:latin typeface="Times New Roman"/>
            </a:endParaRPr>
          </a:p>
        </p:txBody>
      </p:sp>
      <p:sp>
        <p:nvSpPr>
          <p:cNvPr id="48" name="PlaceHolder 3"/>
          <p:cNvSpPr>
            <a:spLocks noGrp="1"/>
          </p:cNvSpPr>
          <p:nvPr>
            <p:ph type="dt" idx="33"/>
          </p:nvPr>
        </p:nvSpPr>
        <p:spPr>
          <a:xfrm>
            <a:off x="838080" y="6356520"/>
            <a:ext cx="2742120" cy="363960"/>
          </a:xfrm>
          <a:prstGeom prst="rect">
            <a:avLst/>
          </a:prstGeom>
          <a:noFill/>
          <a:ln w="0">
            <a:noFill/>
          </a:ln>
        </p:spPr>
        <p:txBody>
          <a:bodyPr lIns="91440" rIns="91440" tIns="45720" bIns="45720" anchor="ctr">
            <a:noAutofit/>
          </a:bodyPr>
          <a:lstStyle>
            <a:lvl1pPr indent="0">
              <a:buNone/>
              <a:defRPr b="0" lang="es-ES" sz="1400" spc="-1" strike="noStrike">
                <a:solidFill>
                  <a:srgbClr val="000000"/>
                </a:solidFill>
                <a:latin typeface="Times New Roman"/>
              </a:defRPr>
            </a:lvl1pPr>
          </a:lstStyle>
          <a:p>
            <a:pPr indent="0">
              <a:buNone/>
            </a:pPr>
            <a:r>
              <a:rPr b="0" lang="es-ES" sz="1400" spc="-1" strike="noStrike">
                <a:solidFill>
                  <a:srgbClr val="000000"/>
                </a:solidFill>
                <a:latin typeface="Times New Roman"/>
              </a:rPr>
              <a:t>&lt;fecha/hora&gt;</a:t>
            </a:r>
            <a:endParaRPr b="0" lang="es-E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gif"/><Relationship Id="rId3"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 Target="slide2.xml"/><Relationship Id="rId2" Type="http://schemas.openxmlformats.org/officeDocument/2006/relationships/image" Target="../media/image3.png"/><Relationship Id="rId3" Type="http://schemas.openxmlformats.org/officeDocument/2006/relationships/slide" Target="slide3.xml"/><Relationship Id="rId4" Type="http://schemas.openxmlformats.org/officeDocument/2006/relationships/image" Target="../media/image4.png"/><Relationship Id="rId5" Type="http://schemas.openxmlformats.org/officeDocument/2006/relationships/slide" Target="slide6.xml"/><Relationship Id="rId6" Type="http://schemas.openxmlformats.org/officeDocument/2006/relationships/image" Target="../media/image5.png"/><Relationship Id="rId7" Type="http://schemas.openxmlformats.org/officeDocument/2006/relationships/slide" Target="slide5.xml"/><Relationship Id="rId8" Type="http://schemas.openxmlformats.org/officeDocument/2006/relationships/image" Target="../media/image6.png"/><Relationship Id="rId9" Type="http://schemas.openxmlformats.org/officeDocument/2006/relationships/slide" Target="slide5.xml"/><Relationship Id="rId10" Type="http://schemas.openxmlformats.org/officeDocument/2006/relationships/image" Target="../media/image7.png"/><Relationship Id="rId11"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9" name="Imagen 8" descr=""/>
          <p:cNvPicPr/>
          <p:nvPr/>
        </p:nvPicPr>
        <p:blipFill>
          <a:blip r:embed="rId1"/>
          <a:stretch/>
        </p:blipFill>
        <p:spPr>
          <a:xfrm>
            <a:off x="0" y="-2160"/>
            <a:ext cx="12186000" cy="6854400"/>
          </a:xfrm>
          <a:prstGeom prst="rect">
            <a:avLst/>
          </a:prstGeom>
          <a:ln w="0">
            <a:noFill/>
          </a:ln>
        </p:spPr>
      </p:pic>
      <p:pic>
        <p:nvPicPr>
          <p:cNvPr id="50" name="Imagen 5" descr=""/>
          <p:cNvPicPr/>
          <p:nvPr/>
        </p:nvPicPr>
        <p:blipFill>
          <a:blip r:embed="rId2"/>
          <a:stretch/>
        </p:blipFill>
        <p:spPr>
          <a:xfrm>
            <a:off x="6091200" y="3424320"/>
            <a:ext cx="8280" cy="8280"/>
          </a:xfrm>
          <a:prstGeom prst="rect">
            <a:avLst/>
          </a:prstGeom>
          <a:ln w="0">
            <a:noFill/>
          </a:ln>
        </p:spPr>
      </p:pic>
      <p:sp>
        <p:nvSpPr>
          <p:cNvPr id="51" name="CuadroTexto 12"/>
          <p:cNvSpPr/>
          <p:nvPr/>
        </p:nvSpPr>
        <p:spPr>
          <a:xfrm>
            <a:off x="7229880" y="727920"/>
            <a:ext cx="4956480" cy="363960"/>
          </a:xfrm>
          <a:prstGeom prst="rect">
            <a:avLst/>
          </a:prstGeom>
          <a:noFill/>
          <a:ln w="0">
            <a:noFill/>
          </a:ln>
          <a:effectLst>
            <a:outerShdw algn="l" blurRad="50760" dist="38160" rotWithShape="0">
              <a:srgbClr val="000000">
                <a:alpha val="40000"/>
              </a:srgbClr>
            </a:outerShdw>
          </a:effectLst>
        </p:spPr>
        <p:style>
          <a:lnRef idx="0"/>
          <a:fillRef idx="0"/>
          <a:effectRef idx="0"/>
          <a:fontRef idx="minor"/>
        </p:style>
        <p:txBody>
          <a:bodyPr lIns="90000" rIns="90000" tIns="45000" bIns="45000" anchor="t">
            <a:spAutoFit/>
          </a:bodyPr>
          <a:p>
            <a:pPr defTabSz="914400">
              <a:lnSpc>
                <a:spcPct val="100000"/>
              </a:lnSpc>
            </a:pPr>
            <a:r>
              <a:rPr b="1" lang="es-ES" sz="1800" spc="-1" strike="noStrike">
                <a:solidFill>
                  <a:schemeClr val="lt1"/>
                </a:solidFill>
                <a:latin typeface="Calibri"/>
              </a:rPr>
              <a:t>Oferta turística vs precios de vivienda en Madrid</a:t>
            </a:r>
            <a:endParaRPr b="0" lang="es-ES" sz="1800" spc="-1" strike="noStrike">
              <a:solidFill>
                <a:srgbClr val="000000"/>
              </a:solidFill>
              <a:latin typeface="Arial"/>
            </a:endParaRPr>
          </a:p>
        </p:txBody>
      </p:sp>
      <p:sp>
        <p:nvSpPr>
          <p:cNvPr id="52" name="CuadroTexto 14"/>
          <p:cNvSpPr/>
          <p:nvPr/>
        </p:nvSpPr>
        <p:spPr>
          <a:xfrm>
            <a:off x="7229880" y="1097280"/>
            <a:ext cx="4741200" cy="1431360"/>
          </a:xfrm>
          <a:prstGeom prst="rect">
            <a:avLst/>
          </a:prstGeom>
          <a:noFill/>
          <a:ln w="0">
            <a:noFill/>
          </a:ln>
          <a:effectLst>
            <a:outerShdw algn="tl" blurRad="50760" dir="2700000" dist="37674" rotWithShape="0">
              <a:srgbClr val="000000">
                <a:alpha val="40000"/>
              </a:srgbClr>
            </a:outerShdw>
          </a:effectLst>
        </p:spPr>
        <p:style>
          <a:lnRef idx="0"/>
          <a:fillRef idx="0"/>
          <a:effectRef idx="0"/>
          <a:fontRef idx="minor"/>
        </p:style>
        <p:txBody>
          <a:bodyPr lIns="90000" rIns="90000" tIns="45000" bIns="45000" anchor="t">
            <a:spAutoFit/>
          </a:bodyPr>
          <a:p>
            <a:pPr defTabSz="914400">
              <a:lnSpc>
                <a:spcPct val="100000"/>
              </a:lnSpc>
            </a:pPr>
            <a:r>
              <a:rPr b="0" lang="es-ES" sz="1400" spc="-1" strike="noStrike">
                <a:solidFill>
                  <a:schemeClr val="lt1"/>
                </a:solidFill>
                <a:latin typeface="Calibri"/>
              </a:rPr>
              <a:t>Participantes:</a:t>
            </a:r>
            <a:endParaRPr b="0" lang="es-ES" sz="1400" spc="-1" strike="noStrike">
              <a:solidFill>
                <a:srgbClr val="000000"/>
              </a:solidFill>
              <a:latin typeface="Arial"/>
            </a:endParaRPr>
          </a:p>
          <a:p>
            <a:pPr algn="r" defTabSz="914400">
              <a:lnSpc>
                <a:spcPct val="100000"/>
              </a:lnSpc>
            </a:pPr>
            <a:r>
              <a:rPr b="0" lang="es-ES" sz="1400" spc="-1" strike="noStrike">
                <a:solidFill>
                  <a:schemeClr val="lt1"/>
                </a:solidFill>
                <a:latin typeface="Calibri"/>
              </a:rPr>
              <a:t>Nazareth Montero</a:t>
            </a:r>
            <a:endParaRPr b="0" lang="es-ES" sz="1400" spc="-1" strike="noStrike">
              <a:solidFill>
                <a:srgbClr val="000000"/>
              </a:solidFill>
              <a:latin typeface="Arial"/>
            </a:endParaRPr>
          </a:p>
          <a:p>
            <a:pPr algn="r" defTabSz="914400">
              <a:lnSpc>
                <a:spcPct val="100000"/>
              </a:lnSpc>
            </a:pPr>
            <a:r>
              <a:rPr b="0" lang="es-ES" sz="1400" spc="-1" strike="noStrike">
                <a:solidFill>
                  <a:schemeClr val="lt1"/>
                </a:solidFill>
                <a:latin typeface="Calibri"/>
              </a:rPr>
              <a:t>Javier Pascual</a:t>
            </a:r>
            <a:endParaRPr b="0" lang="es-ES" sz="1400" spc="-1" strike="noStrike">
              <a:solidFill>
                <a:srgbClr val="000000"/>
              </a:solidFill>
              <a:latin typeface="Arial"/>
            </a:endParaRPr>
          </a:p>
          <a:p>
            <a:pPr algn="r" defTabSz="914400">
              <a:lnSpc>
                <a:spcPct val="100000"/>
              </a:lnSpc>
            </a:pPr>
            <a:r>
              <a:rPr b="0" lang="es-ES" sz="1400" spc="-1" strike="noStrike">
                <a:solidFill>
                  <a:schemeClr val="lt1"/>
                </a:solidFill>
                <a:latin typeface="Calibri"/>
              </a:rPr>
              <a:t>Román Diaz</a:t>
            </a:r>
            <a:endParaRPr b="0" lang="es-ES" sz="1400" spc="-1" strike="noStrike">
              <a:solidFill>
                <a:srgbClr val="000000"/>
              </a:solidFill>
              <a:latin typeface="Arial"/>
            </a:endParaRPr>
          </a:p>
          <a:p>
            <a:pPr algn="r" defTabSz="914400">
              <a:lnSpc>
                <a:spcPct val="100000"/>
              </a:lnSpc>
            </a:pPr>
            <a:r>
              <a:rPr b="0" lang="es-ES" sz="1400" spc="-1" strike="noStrike">
                <a:solidFill>
                  <a:schemeClr val="lt1"/>
                </a:solidFill>
                <a:latin typeface="Calibri"/>
              </a:rPr>
              <a:t>Sara Ruiz</a:t>
            </a:r>
            <a:endParaRPr b="0" lang="es-ES" sz="14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 name="Rectángulo 5"/>
          <p:cNvSpPr/>
          <p:nvPr/>
        </p:nvSpPr>
        <p:spPr>
          <a:xfrm>
            <a:off x="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s-ES" sz="1800" spc="-1" strike="noStrike">
              <a:solidFill>
                <a:schemeClr val="lt1"/>
              </a:solidFill>
              <a:latin typeface="Calibri"/>
            </a:endParaRPr>
          </a:p>
        </p:txBody>
      </p:sp>
      <p:sp>
        <p:nvSpPr>
          <p:cNvPr id="54" name="CuadroTexto 7"/>
          <p:cNvSpPr/>
          <p:nvPr/>
        </p:nvSpPr>
        <p:spPr>
          <a:xfrm>
            <a:off x="527760" y="479520"/>
            <a:ext cx="11135160" cy="11563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s-ES" sz="7000" spc="-1" strike="noStrike">
                <a:solidFill>
                  <a:schemeClr val="accent2">
                    <a:lumMod val="50000"/>
                  </a:schemeClr>
                </a:solidFill>
                <a:latin typeface="Calibri Light"/>
              </a:rPr>
              <a:t>INDICE</a:t>
            </a:r>
            <a:endParaRPr b="0" lang="es-ES" sz="7000" spc="-1" strike="noStrike">
              <a:solidFill>
                <a:srgbClr val="000000"/>
              </a:solidFill>
              <a:latin typeface="Arial"/>
            </a:endParaRPr>
          </a:p>
        </p:txBody>
      </p:sp>
      <p:sp>
        <p:nvSpPr>
          <p:cNvPr id="55" name="CuadroTexto 8"/>
          <p:cNvSpPr/>
          <p:nvPr/>
        </p:nvSpPr>
        <p:spPr>
          <a:xfrm>
            <a:off x="576000" y="2551680"/>
            <a:ext cx="1716120" cy="668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s-ES" sz="1900" spc="-1" strike="noStrike">
                <a:solidFill>
                  <a:schemeClr val="accent2">
                    <a:lumMod val="50000"/>
                  </a:schemeClr>
                </a:solidFill>
                <a:latin typeface="Calibri"/>
              </a:rPr>
              <a:t>1.  Problema de negocio</a:t>
            </a:r>
            <a:endParaRPr b="0" lang="es-ES" sz="1900" spc="-1" strike="noStrike">
              <a:solidFill>
                <a:srgbClr val="000000"/>
              </a:solidFill>
              <a:latin typeface="Arial"/>
            </a:endParaRPr>
          </a:p>
        </p:txBody>
      </p:sp>
      <p:sp>
        <p:nvSpPr>
          <p:cNvPr id="56" name="CuadroTexto 9"/>
          <p:cNvSpPr/>
          <p:nvPr/>
        </p:nvSpPr>
        <p:spPr>
          <a:xfrm>
            <a:off x="2819520" y="2551680"/>
            <a:ext cx="1963440" cy="668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s-ES" sz="1900" spc="-1" strike="noStrike">
                <a:solidFill>
                  <a:schemeClr val="accent2">
                    <a:lumMod val="50000"/>
                  </a:schemeClr>
                </a:solidFill>
                <a:latin typeface="Calibri"/>
              </a:rPr>
              <a:t>2.  Planteamiento técnico</a:t>
            </a:r>
            <a:endParaRPr b="0" lang="es-ES" sz="1900" spc="-1" strike="noStrike">
              <a:solidFill>
                <a:srgbClr val="000000"/>
              </a:solidFill>
              <a:latin typeface="Arial"/>
            </a:endParaRPr>
          </a:p>
        </p:txBody>
      </p:sp>
      <p:sp>
        <p:nvSpPr>
          <p:cNvPr id="57" name="CuadroTexto 10"/>
          <p:cNvSpPr/>
          <p:nvPr/>
        </p:nvSpPr>
        <p:spPr>
          <a:xfrm>
            <a:off x="5310360" y="2551680"/>
            <a:ext cx="1569600" cy="668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s-ES" sz="1900" spc="-1" strike="noStrike">
                <a:solidFill>
                  <a:schemeClr val="accent2">
                    <a:lumMod val="50000"/>
                  </a:schemeClr>
                </a:solidFill>
                <a:latin typeface="Calibri"/>
              </a:rPr>
              <a:t>3.  Dataset y EDA</a:t>
            </a:r>
            <a:endParaRPr b="0" lang="es-ES" sz="1900" spc="-1" strike="noStrike">
              <a:solidFill>
                <a:srgbClr val="000000"/>
              </a:solidFill>
              <a:latin typeface="Arial"/>
            </a:endParaRPr>
          </a:p>
        </p:txBody>
      </p:sp>
      <p:sp>
        <p:nvSpPr>
          <p:cNvPr id="58" name="CuadroTexto 11"/>
          <p:cNvSpPr/>
          <p:nvPr/>
        </p:nvSpPr>
        <p:spPr>
          <a:xfrm>
            <a:off x="9504720" y="2551680"/>
            <a:ext cx="2026080" cy="3790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s-ES" sz="1900" spc="-1" strike="noStrike">
                <a:solidFill>
                  <a:schemeClr val="accent2">
                    <a:lumMod val="50000"/>
                  </a:schemeClr>
                </a:solidFill>
                <a:latin typeface="Calibri"/>
              </a:rPr>
              <a:t>5.  Conclusiones</a:t>
            </a:r>
            <a:endParaRPr b="0" lang="es-ES" sz="1900" spc="-1" strike="noStrike">
              <a:solidFill>
                <a:srgbClr val="000000"/>
              </a:solidFill>
              <a:latin typeface="Arial"/>
            </a:endParaRPr>
          </a:p>
        </p:txBody>
      </p:sp>
      <p:pic>
        <p:nvPicPr>
          <p:cNvPr id="59" name="Imagen 20" descr="">
            <a:hlinkClick r:id="rId1" action="ppaction://hlinksldjump"/>
          </p:cNvPr>
          <p:cNvPicPr/>
          <p:nvPr/>
        </p:nvPicPr>
        <p:blipFill>
          <a:blip r:embed="rId2"/>
          <a:stretch/>
        </p:blipFill>
        <p:spPr>
          <a:xfrm>
            <a:off x="667440" y="3847320"/>
            <a:ext cx="1716120" cy="1155960"/>
          </a:xfrm>
          <a:prstGeom prst="rect">
            <a:avLst/>
          </a:prstGeom>
          <a:ln w="0">
            <a:noFill/>
          </a:ln>
        </p:spPr>
      </p:pic>
      <p:pic>
        <p:nvPicPr>
          <p:cNvPr id="60" name="Imagen 22" descr="">
            <a:hlinkClick r:id="rId3" action="ppaction://hlinksldjump"/>
          </p:cNvPr>
          <p:cNvPicPr/>
          <p:nvPr/>
        </p:nvPicPr>
        <p:blipFill>
          <a:blip r:embed="rId4"/>
          <a:stretch/>
        </p:blipFill>
        <p:spPr>
          <a:xfrm>
            <a:off x="3128760" y="3767040"/>
            <a:ext cx="1492920" cy="1316160"/>
          </a:xfrm>
          <a:prstGeom prst="rect">
            <a:avLst/>
          </a:prstGeom>
          <a:ln w="0">
            <a:noFill/>
          </a:ln>
        </p:spPr>
      </p:pic>
      <p:pic>
        <p:nvPicPr>
          <p:cNvPr id="61" name="Imagen 26" descr="">
            <a:hlinkClick r:id="rId5" action="ppaction://hlinksldjump"/>
          </p:cNvPr>
          <p:cNvPicPr/>
          <p:nvPr/>
        </p:nvPicPr>
        <p:blipFill>
          <a:blip r:embed="rId6"/>
          <a:stretch/>
        </p:blipFill>
        <p:spPr>
          <a:xfrm>
            <a:off x="9886320" y="3793320"/>
            <a:ext cx="1368360" cy="1102320"/>
          </a:xfrm>
          <a:prstGeom prst="rect">
            <a:avLst/>
          </a:prstGeom>
          <a:ln w="0">
            <a:noFill/>
          </a:ln>
        </p:spPr>
      </p:pic>
      <p:pic>
        <p:nvPicPr>
          <p:cNvPr id="62" name="Imagen 28" descr="">
            <a:hlinkClick r:id="rId7" action="ppaction://hlinksldjump"/>
          </p:cNvPr>
          <p:cNvPicPr/>
          <p:nvPr/>
        </p:nvPicPr>
        <p:blipFill>
          <a:blip r:embed="rId8"/>
          <a:stretch/>
        </p:blipFill>
        <p:spPr>
          <a:xfrm>
            <a:off x="7508160" y="3716640"/>
            <a:ext cx="1368360" cy="1316160"/>
          </a:xfrm>
          <a:prstGeom prst="rect">
            <a:avLst/>
          </a:prstGeom>
          <a:ln w="0">
            <a:noFill/>
          </a:ln>
        </p:spPr>
      </p:pic>
      <p:sp>
        <p:nvSpPr>
          <p:cNvPr id="63" name="CuadroTexto 10"/>
          <p:cNvSpPr/>
          <p:nvPr/>
        </p:nvSpPr>
        <p:spPr>
          <a:xfrm>
            <a:off x="7407720" y="2551680"/>
            <a:ext cx="1569600" cy="6685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s-ES" sz="1900" spc="-1" strike="noStrike">
                <a:solidFill>
                  <a:schemeClr val="accent2">
                    <a:lumMod val="50000"/>
                  </a:schemeClr>
                </a:solidFill>
                <a:latin typeface="Calibri"/>
              </a:rPr>
              <a:t>4.  Modelado y resultados</a:t>
            </a:r>
            <a:endParaRPr b="0" lang="es-ES" sz="1900" spc="-1" strike="noStrike">
              <a:solidFill>
                <a:srgbClr val="000000"/>
              </a:solidFill>
              <a:latin typeface="Arial"/>
            </a:endParaRPr>
          </a:p>
        </p:txBody>
      </p:sp>
      <p:pic>
        <p:nvPicPr>
          <p:cNvPr id="64" name="Marcador de contenido 6" descr="">
            <a:hlinkClick r:id="rId9" action="ppaction://hlinksldjump"/>
          </p:cNvPr>
          <p:cNvPicPr/>
          <p:nvPr/>
        </p:nvPicPr>
        <p:blipFill>
          <a:blip r:embed="rId10"/>
          <a:stretch/>
        </p:blipFill>
        <p:spPr>
          <a:xfrm>
            <a:off x="5366520" y="3332880"/>
            <a:ext cx="1699200" cy="2424600"/>
          </a:xfrm>
          <a:prstGeom prst="rect">
            <a:avLst/>
          </a:prstGeom>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 name="Rectángulo 5"/>
          <p:cNvSpPr/>
          <p:nvPr/>
        </p:nvSpPr>
        <p:spPr>
          <a:xfrm>
            <a:off x="108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s-ES" sz="1800" spc="-1" strike="noStrike">
              <a:solidFill>
                <a:schemeClr val="lt1"/>
              </a:solidFill>
              <a:latin typeface="Calibri"/>
            </a:endParaRPr>
          </a:p>
        </p:txBody>
      </p:sp>
      <p:sp>
        <p:nvSpPr>
          <p:cNvPr id="66" name="CuadroTexto 7"/>
          <p:cNvSpPr/>
          <p:nvPr/>
        </p:nvSpPr>
        <p:spPr>
          <a:xfrm>
            <a:off x="527760" y="479520"/>
            <a:ext cx="11135160" cy="6231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s-ES" sz="3500" spc="-1" strike="noStrike">
                <a:solidFill>
                  <a:srgbClr val="582808"/>
                </a:solidFill>
                <a:latin typeface="Calibri Light"/>
              </a:rPr>
              <a:t>Titulo</a:t>
            </a:r>
            <a:endParaRPr b="0" lang="es-ES" sz="3500" spc="-1" strike="noStrike">
              <a:solidFill>
                <a:srgbClr val="000000"/>
              </a:solidFill>
              <a:latin typeface="Arial"/>
            </a:endParaRPr>
          </a:p>
        </p:txBody>
      </p:sp>
      <p:sp>
        <p:nvSpPr>
          <p:cNvPr id="67" name="CuadroTexto 2"/>
          <p:cNvSpPr/>
          <p:nvPr/>
        </p:nvSpPr>
        <p:spPr>
          <a:xfrm>
            <a:off x="716400" y="1947960"/>
            <a:ext cx="10946520" cy="3646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s-ES" sz="1800" spc="-1" strike="noStrike">
                <a:solidFill>
                  <a:srgbClr val="582808"/>
                </a:solidFill>
                <a:latin typeface="Calibri"/>
              </a:rPr>
              <a:t>texto</a:t>
            </a:r>
            <a:endParaRPr b="0" lang="es-ES" sz="1800" spc="-1" strike="noStrike">
              <a:solidFill>
                <a:srgbClr val="000000"/>
              </a:solidFill>
              <a:latin typeface="Arial"/>
            </a:endParaRPr>
          </a:p>
        </p:txBody>
      </p:sp>
      <p:pic>
        <p:nvPicPr>
          <p:cNvPr id="68" name="Imagen 6" descr=""/>
          <p:cNvPicPr/>
          <p:nvPr/>
        </p:nvPicPr>
        <p:blipFill>
          <a:blip r:embed="rId1"/>
          <a:stretch/>
        </p:blipFill>
        <p:spPr>
          <a:xfrm>
            <a:off x="10348920" y="479520"/>
            <a:ext cx="1314000" cy="987840"/>
          </a:xfrm>
          <a:prstGeom prst="rect">
            <a:avLst/>
          </a:prstGeom>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Rectángulo 2"/>
          <p:cNvSpPr/>
          <p:nvPr/>
        </p:nvSpPr>
        <p:spPr>
          <a:xfrm>
            <a:off x="108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es-ES" sz="1800" spc="-1" strike="noStrike">
              <a:solidFill>
                <a:schemeClr val="lt1"/>
              </a:solidFill>
              <a:latin typeface="Calibri"/>
            </a:endParaRPr>
          </a:p>
        </p:txBody>
      </p:sp>
      <p:sp>
        <p:nvSpPr>
          <p:cNvPr id="70" name="CuadroTexto 6"/>
          <p:cNvSpPr/>
          <p:nvPr/>
        </p:nvSpPr>
        <p:spPr>
          <a:xfrm>
            <a:off x="527760" y="479520"/>
            <a:ext cx="11135160" cy="6231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s-ES" sz="3500" spc="-1" strike="noStrike">
                <a:solidFill>
                  <a:srgbClr val="582808"/>
                </a:solidFill>
                <a:latin typeface="Calibri Light"/>
              </a:rPr>
              <a:t>EDA – Duplicados, missings y outliers (JAVI)</a:t>
            </a:r>
            <a:endParaRPr b="0" lang="es-ES" sz="3500" spc="-1" strike="noStrike">
              <a:solidFill>
                <a:srgbClr val="000000"/>
              </a:solidFill>
              <a:latin typeface="Arial"/>
            </a:endParaRPr>
          </a:p>
        </p:txBody>
      </p:sp>
      <p:sp>
        <p:nvSpPr>
          <p:cNvPr id="71" name="CuadroTexto 13"/>
          <p:cNvSpPr/>
          <p:nvPr/>
        </p:nvSpPr>
        <p:spPr>
          <a:xfrm>
            <a:off x="716400" y="1839960"/>
            <a:ext cx="10946520" cy="4478760"/>
          </a:xfrm>
          <a:prstGeom prst="rect">
            <a:avLst/>
          </a:prstGeom>
          <a:noFill/>
          <a:ln w="0">
            <a:noFill/>
          </a:ln>
        </p:spPr>
        <p:style>
          <a:lnRef idx="0"/>
          <a:fillRef idx="0"/>
          <a:effectRef idx="0"/>
          <a:fontRef idx="minor"/>
        </p:style>
        <p:txBody>
          <a:bodyPr lIns="90000" rIns="90000" tIns="45000" bIns="45000" anchor="t">
            <a:spAutoFit/>
          </a:bodyPr>
          <a:p>
            <a:pPr marL="216000" indent="-216000" defTabSz="914400">
              <a:lnSpc>
                <a:spcPct val="100000"/>
              </a:lnSpc>
              <a:buClr>
                <a:srgbClr val="582808"/>
              </a:buClr>
              <a:buFont typeface="Wingdings" charset="2"/>
              <a:buChar char=""/>
            </a:pPr>
            <a:r>
              <a:rPr b="0" lang="es-ES" sz="1800" spc="-1" strike="noStrike">
                <a:solidFill>
                  <a:srgbClr val="582808"/>
                </a:solidFill>
                <a:latin typeface="Calibri"/>
              </a:rPr>
              <a:t>Al partir de tres subdatasets que unificamos en el dataset definitivo de partida, la mayoría de duplicados ya los eliminamos previamente localizando coincidencias por id. Por lo que en este punto, teníamos un número reducido de duplicados en nuestro dataframe que eliminamos.</a:t>
            </a:r>
            <a:endParaRPr b="0" lang="es-ES" sz="1800" spc="-1" strike="noStrike">
              <a:solidFill>
                <a:srgbClr val="000000"/>
              </a:solidFill>
              <a:latin typeface="Arial"/>
            </a:endParaRPr>
          </a:p>
          <a:p>
            <a:pPr marL="216000" indent="-216000" defTabSz="914400">
              <a:lnSpc>
                <a:spcPct val="100000"/>
              </a:lnSpc>
              <a:buClr>
                <a:srgbClr val="582808"/>
              </a:buClr>
              <a:buFont typeface="Wingdings" charset="2"/>
              <a:buChar char=""/>
            </a:pPr>
            <a:endParaRPr b="0" lang="es-ES" sz="1800" spc="-1" strike="noStrike">
              <a:solidFill>
                <a:srgbClr val="000000"/>
              </a:solidFill>
              <a:latin typeface="Arial"/>
            </a:endParaRPr>
          </a:p>
          <a:p>
            <a:pPr marL="216000" indent="-216000" defTabSz="914400">
              <a:lnSpc>
                <a:spcPct val="100000"/>
              </a:lnSpc>
              <a:buClr>
                <a:srgbClr val="582808"/>
              </a:buClr>
              <a:buFont typeface="Wingdings" charset="2"/>
              <a:buChar char=""/>
            </a:pPr>
            <a:r>
              <a:rPr b="0" lang="es-ES" sz="1800" spc="-1" strike="noStrike">
                <a:solidFill>
                  <a:srgbClr val="582808"/>
                </a:solidFill>
                <a:latin typeface="Calibri"/>
              </a:rPr>
              <a:t>Continuamos con el tratamiento de nulos o missings, valorando para cada feature la solución más acorde en función del porcentaje de nulos y el tipo de la columna.</a:t>
            </a:r>
            <a:br>
              <a:rPr sz="1800"/>
            </a:br>
            <a:r>
              <a:rPr b="0" lang="es-ES" sz="1800" spc="-1" strike="noStrike">
                <a:solidFill>
                  <a:srgbClr val="582808"/>
                </a:solidFill>
                <a:latin typeface="Calibri"/>
              </a:rPr>
              <a:t>Aplicamos tratamientos que van desde la eliminación de una feature completa al presentar un porcentaje muy elevado de missings y ser de poca relevancia para el objetivo, hasta imputación de medianas, modas, mapeo de datos en función de clasificación de los valores e imputación de 0 u otros valores según la distribución de cada feature.</a:t>
            </a:r>
            <a:br>
              <a:rPr sz="1800"/>
            </a:br>
            <a:r>
              <a:rPr b="0" lang="es-ES" sz="1800" spc="-1" strike="noStrike">
                <a:solidFill>
                  <a:srgbClr val="582808"/>
                </a:solidFill>
                <a:latin typeface="Calibri"/>
              </a:rPr>
              <a:t> </a:t>
            </a:r>
            <a:endParaRPr b="0" lang="es-ES" sz="1800" spc="-1" strike="noStrike">
              <a:solidFill>
                <a:srgbClr val="000000"/>
              </a:solidFill>
              <a:latin typeface="Arial"/>
            </a:endParaRPr>
          </a:p>
          <a:p>
            <a:pPr marL="216000" indent="-216000" defTabSz="914400">
              <a:lnSpc>
                <a:spcPct val="100000"/>
              </a:lnSpc>
              <a:buClr>
                <a:srgbClr val="582808"/>
              </a:buClr>
              <a:buFont typeface="Wingdings" charset="2"/>
              <a:buChar char=""/>
            </a:pPr>
            <a:r>
              <a:rPr b="0" lang="es-ES" sz="1800" spc="-1" strike="noStrike">
                <a:solidFill>
                  <a:srgbClr val="582808"/>
                </a:solidFill>
                <a:latin typeface="Calibri"/>
              </a:rPr>
              <a:t>Por último, para concluir con esta evaluación preliminar de features, detectamos los posibles outliers.</a:t>
            </a:r>
            <a:br>
              <a:rPr sz="1800"/>
            </a:br>
            <a:r>
              <a:rPr b="0" lang="es-ES" sz="1800" spc="-1" strike="noStrike">
                <a:solidFill>
                  <a:srgbClr val="582808"/>
                </a:solidFill>
                <a:latin typeface="Calibri"/>
              </a:rPr>
              <a:t>En nuestro caso visualizamos los percentiles extremos 1% y 99% para comparar con los valores mínimos y máximos.</a:t>
            </a:r>
            <a:br>
              <a:rPr sz="1800"/>
            </a:br>
            <a:r>
              <a:rPr b="0" lang="es-ES" sz="1800" spc="-1" strike="noStrike">
                <a:solidFill>
                  <a:srgbClr val="582808"/>
                </a:solidFill>
                <a:latin typeface="Calibri"/>
              </a:rPr>
              <a:t>Con esta visualización, igualamos los máximos al valor del percentil 99% de alguna feature que carecía de sentido ese valor máximo.</a:t>
            </a:r>
            <a:endParaRPr b="0" lang="es-ES" sz="1800" spc="-1" strike="noStrike">
              <a:solidFill>
                <a:srgbClr val="000000"/>
              </a:solidFill>
              <a:latin typeface="Arial"/>
            </a:endParaRPr>
          </a:p>
        </p:txBody>
      </p:sp>
      <p:pic>
        <p:nvPicPr>
          <p:cNvPr id="72" name="Imagen 7" descr=""/>
          <p:cNvPicPr/>
          <p:nvPr/>
        </p:nvPicPr>
        <p:blipFill>
          <a:blip r:embed="rId1"/>
          <a:stretch/>
        </p:blipFill>
        <p:spPr>
          <a:xfrm>
            <a:off x="10348920" y="479520"/>
            <a:ext cx="1314000" cy="987840"/>
          </a:xfrm>
          <a:prstGeom prst="rect">
            <a:avLst/>
          </a:prstGeom>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 name="Rectángulo 3"/>
          <p:cNvSpPr/>
          <p:nvPr/>
        </p:nvSpPr>
        <p:spPr>
          <a:xfrm>
            <a:off x="108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es-ES" sz="1800" spc="-1" strike="noStrike">
              <a:solidFill>
                <a:schemeClr val="lt1"/>
              </a:solidFill>
              <a:latin typeface="Calibri"/>
            </a:endParaRPr>
          </a:p>
        </p:txBody>
      </p:sp>
      <p:sp>
        <p:nvSpPr>
          <p:cNvPr id="74" name="CuadroTexto 15"/>
          <p:cNvSpPr/>
          <p:nvPr/>
        </p:nvSpPr>
        <p:spPr>
          <a:xfrm>
            <a:off x="527760" y="479520"/>
            <a:ext cx="11135160" cy="6231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s-ES" sz="3500" spc="-1" strike="noStrike">
                <a:solidFill>
                  <a:srgbClr val="582808"/>
                </a:solidFill>
                <a:latin typeface="Calibri Light"/>
                <a:ea typeface="Microsoft YaHei"/>
              </a:rPr>
              <a:t>EDA – Feature engineering </a:t>
            </a:r>
            <a:r>
              <a:rPr b="1" lang="es-ES" sz="3500" spc="-1" strike="noStrike">
                <a:solidFill>
                  <a:srgbClr val="582808"/>
                </a:solidFill>
                <a:latin typeface="Calibri Light"/>
              </a:rPr>
              <a:t> (JAVI)</a:t>
            </a:r>
            <a:endParaRPr b="0" lang="es-ES" sz="3500" spc="-1" strike="noStrike">
              <a:solidFill>
                <a:srgbClr val="000000"/>
              </a:solidFill>
              <a:latin typeface="Arial"/>
            </a:endParaRPr>
          </a:p>
        </p:txBody>
      </p:sp>
      <p:sp>
        <p:nvSpPr>
          <p:cNvPr id="75" name="CuadroTexto 16"/>
          <p:cNvSpPr/>
          <p:nvPr/>
        </p:nvSpPr>
        <p:spPr>
          <a:xfrm>
            <a:off x="716400" y="1260000"/>
            <a:ext cx="10946520" cy="53017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s-ES" sz="1800" spc="-1" strike="noStrike">
                <a:solidFill>
                  <a:srgbClr val="582808"/>
                </a:solidFill>
                <a:latin typeface="Calibri"/>
              </a:rPr>
              <a:t>Dado el objetivo de nuestro modelo de Machine Learning, teníamos que tratar las features categóricas en numéricas, de forma que pudiésemos dotarlas de sentido y significado para el entrenamiento del modelo.</a:t>
            </a: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a:p>
            <a:pPr defTabSz="914400">
              <a:lnSpc>
                <a:spcPct val="100000"/>
              </a:lnSpc>
            </a:pPr>
            <a:r>
              <a:rPr b="0" lang="es-ES" sz="1800" spc="-1" strike="noStrike">
                <a:solidFill>
                  <a:srgbClr val="582808"/>
                </a:solidFill>
                <a:latin typeface="Calibri"/>
              </a:rPr>
              <a:t>Por ello, tratamos individualmente cada columna categórica y fuimos aplicando el encoding más acorde en función de su cardinalidad.</a:t>
            </a: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a:p>
            <a:pPr defTabSz="914400">
              <a:lnSpc>
                <a:spcPct val="100000"/>
              </a:lnSpc>
            </a:pPr>
            <a:r>
              <a:rPr b="0" lang="es-ES" sz="1800" spc="-1" strike="noStrike">
                <a:solidFill>
                  <a:srgbClr val="582808"/>
                </a:solidFill>
                <a:latin typeface="Calibri"/>
              </a:rPr>
              <a:t>Algunas features con pocos valores únicos era fácilmente transformables en binarias o aplicándoles one-hot-encoding para la generación de estas columnas binarias-numéricas y alguna variable susceptible de mapeo de datos para su conversión en numérica.</a:t>
            </a: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a:p>
            <a:pPr defTabSz="914400">
              <a:lnSpc>
                <a:spcPct val="100000"/>
              </a:lnSpc>
            </a:pPr>
            <a:r>
              <a:rPr b="0" lang="es-ES" sz="1800" spc="-1" strike="noStrike">
                <a:solidFill>
                  <a:srgbClr val="582808"/>
                </a:solidFill>
                <a:latin typeface="Calibri"/>
              </a:rPr>
              <a:t>En el caso de otras features de tipo texto, extrajimos parte numérica que podía tener sentido para el modelo y también tratamos la parte de texto generando una columna binaria si por ejemplo la fila del dataset tenía una característica o no.</a:t>
            </a:r>
            <a:endParaRPr b="0" lang="es-ES" sz="1800" spc="-1" strike="noStrike">
              <a:solidFill>
                <a:srgbClr val="000000"/>
              </a:solidFill>
              <a:latin typeface="Arial"/>
            </a:endParaRPr>
          </a:p>
          <a:p>
            <a:pPr defTabSz="914400">
              <a:lnSpc>
                <a:spcPct val="100000"/>
              </a:lnSpc>
            </a:pPr>
            <a:endParaRPr b="0" lang="es-ES" sz="1800" spc="-1" strike="noStrike">
              <a:solidFill>
                <a:srgbClr val="000000"/>
              </a:solidFill>
              <a:latin typeface="Arial"/>
            </a:endParaRPr>
          </a:p>
          <a:p>
            <a:pPr defTabSz="914400">
              <a:lnSpc>
                <a:spcPct val="100000"/>
              </a:lnSpc>
            </a:pPr>
            <a:r>
              <a:rPr b="0" lang="es-ES" sz="1800" spc="-1" strike="noStrike">
                <a:solidFill>
                  <a:srgbClr val="582808"/>
                </a:solidFill>
                <a:latin typeface="Calibri"/>
              </a:rPr>
              <a:t>Con todo ello, fuimos transformando las categóricas en numéricas, aportando valor a las features para mejorar el aprendizaje del modelo.</a:t>
            </a:r>
            <a:endParaRPr b="0" lang="es-ES" sz="1800" spc="-1" strike="noStrike">
              <a:solidFill>
                <a:srgbClr val="000000"/>
              </a:solidFill>
              <a:latin typeface="Arial"/>
            </a:endParaRPr>
          </a:p>
          <a:p>
            <a:pPr defTabSz="914400">
              <a:lnSpc>
                <a:spcPct val="100000"/>
              </a:lnSpc>
            </a:pPr>
            <a:r>
              <a:rPr b="0" lang="es-ES" sz="1800" spc="-1" strike="noStrike">
                <a:solidFill>
                  <a:srgbClr val="582808"/>
                </a:solidFill>
                <a:latin typeface="Calibri"/>
              </a:rPr>
              <a:t>Por último, alguna feature con alta cardinalidad, tuvimos que aplicarle feature encoding para dotarla de sentido para el modelo, por lo que este tratamiento lo aplicamos únicamente a train para no provocar un “</a:t>
            </a:r>
            <a:r>
              <a:rPr b="0" i="1" lang="es-ES" sz="1800" spc="-1" strike="noStrike">
                <a:solidFill>
                  <a:srgbClr val="582808"/>
                </a:solidFill>
                <a:latin typeface="Calibri"/>
              </a:rPr>
              <a:t>data leakage</a:t>
            </a:r>
            <a:r>
              <a:rPr b="0" lang="es-ES" sz="1800" spc="-1" strike="noStrike">
                <a:solidFill>
                  <a:srgbClr val="582808"/>
                </a:solidFill>
                <a:latin typeface="Calibri"/>
              </a:rPr>
              <a:t>” en los datos sobre los que predeciríamos.</a:t>
            </a:r>
            <a:endParaRPr b="0" lang="es-ES" sz="1800" spc="-1" strike="noStrike">
              <a:solidFill>
                <a:srgbClr val="000000"/>
              </a:solidFill>
              <a:latin typeface="Arial"/>
            </a:endParaRPr>
          </a:p>
        </p:txBody>
      </p:sp>
      <p:pic>
        <p:nvPicPr>
          <p:cNvPr id="76" name="Imagen 9" descr=""/>
          <p:cNvPicPr/>
          <p:nvPr/>
        </p:nvPicPr>
        <p:blipFill>
          <a:blip r:embed="rId1"/>
          <a:stretch/>
        </p:blipFill>
        <p:spPr>
          <a:xfrm>
            <a:off x="10348920" y="479520"/>
            <a:ext cx="1314000" cy="98784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 name="Rectángulo 5"/>
          <p:cNvSpPr/>
          <p:nvPr/>
        </p:nvSpPr>
        <p:spPr>
          <a:xfrm>
            <a:off x="0" y="0"/>
            <a:ext cx="12191040" cy="6856920"/>
          </a:xfrm>
          <a:prstGeom prst="rect">
            <a:avLst/>
          </a:prstGeom>
          <a:solidFill>
            <a:schemeClr val="accent2">
              <a:lumMod val="20000"/>
              <a:lumOff val="80000"/>
            </a:schemeClr>
          </a:solidFill>
          <a:ln>
            <a:solidFill>
              <a:srgbClr val="32549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s-ES" sz="1800" spc="-1" strike="noStrike">
              <a:solidFill>
                <a:schemeClr val="lt1"/>
              </a:solidFill>
              <a:latin typeface="Calibri"/>
            </a:endParaRPr>
          </a:p>
        </p:txBody>
      </p:sp>
      <p:sp>
        <p:nvSpPr>
          <p:cNvPr id="78" name="CuadroTexto 7"/>
          <p:cNvSpPr/>
          <p:nvPr/>
        </p:nvSpPr>
        <p:spPr>
          <a:xfrm>
            <a:off x="527760" y="479520"/>
            <a:ext cx="11135160" cy="6231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s-ES" sz="3500" spc="-1" strike="noStrike">
                <a:solidFill>
                  <a:srgbClr val="582808"/>
                </a:solidFill>
                <a:latin typeface="Calibri Light"/>
              </a:rPr>
              <a:t>5. Conclusiones</a:t>
            </a:r>
            <a:endParaRPr b="0" lang="es-ES" sz="3500" spc="-1" strike="noStrike">
              <a:solidFill>
                <a:srgbClr val="000000"/>
              </a:solidFill>
              <a:latin typeface="Arial"/>
            </a:endParaRPr>
          </a:p>
        </p:txBody>
      </p:sp>
      <p:pic>
        <p:nvPicPr>
          <p:cNvPr id="79" name="Imagen 6" descr=""/>
          <p:cNvPicPr/>
          <p:nvPr/>
        </p:nvPicPr>
        <p:blipFill>
          <a:blip r:embed="rId1"/>
          <a:stretch/>
        </p:blipFill>
        <p:spPr>
          <a:xfrm>
            <a:off x="10598040" y="479520"/>
            <a:ext cx="1064880" cy="797760"/>
          </a:xfrm>
          <a:prstGeom prst="rect">
            <a:avLst/>
          </a:prstGeom>
          <a:ln w="0">
            <a:noFill/>
          </a:ln>
        </p:spPr>
      </p:pic>
      <p:sp>
        <p:nvSpPr>
          <p:cNvPr id="80" name="CuadroTexto 1"/>
          <p:cNvSpPr/>
          <p:nvPr/>
        </p:nvSpPr>
        <p:spPr>
          <a:xfrm>
            <a:off x="646200" y="1411200"/>
            <a:ext cx="11135160" cy="420444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endParaRPr b="0" lang="es-E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358</TotalTime>
  <Application>LibreOffice/24.2.5.2$Windows_X86_64 LibreOffice_project/bffef4ea93e59bebbeaf7f431bb02b1a39ee8a59</Application>
  <AppVersion>15.0000</AppVersion>
  <Words>1561</Words>
  <Paragraphs>148</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2026-01-04T18:35:09Z</dcterms:created>
  <dc:creator>Sara Ruiz Iniesta</dc:creator>
  <dc:description/>
  <dc:language>es-ES</dc:language>
  <cp:lastModifiedBy/>
  <dcterms:modified xsi:type="dcterms:W3CDTF">2026-03-04T21:20:17Z</dcterms:modified>
  <cp:revision>27</cp:revision>
  <dc:subject/>
  <dc:title>Presentación de PowerPoint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vt:i4>
  </property>
  <property fmtid="{D5CDD505-2E9C-101B-9397-08002B2CF9AE}" pid="3" name="PresentationFormat">
    <vt:lpwstr>Panorámica</vt:lpwstr>
  </property>
  <property fmtid="{D5CDD505-2E9C-101B-9397-08002B2CF9AE}" pid="4" name="Slides">
    <vt:i4>12</vt:i4>
  </property>
</Properties>
</file>